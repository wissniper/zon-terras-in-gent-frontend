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 Terras In Gent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75488" y="2514600"/>
            <a:ext cx="2011680" cy="47548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514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Webdevelopment Project  |  Universiteit 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Ononiba &amp; Yoanna Oosterlinck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Vertrekpunt na Milestone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 in Cijfers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Test Suite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Web &amp; RDF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Architectuur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Integratie-uitdagingen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502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3794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Vertrekpunt na Milestone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Klaar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11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Functionele REST API met HATEOAS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Pug views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geautomatiseerde tests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19072"/>
            <a:ext cx="3611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Testlandschap opzetten (in-memory MongoDB)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Web &amp; RDF integratie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 bouwen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gebouwdata integreren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Voortgang in Cijfers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06040" cy="3474720"/>
          </a:xfrm>
          <a:prstGeom prst="rect">
            <a:avLst/>
          </a:prstGeom>
          <a:solidFill>
            <a:srgbClr val="213D50"/>
          </a:solidFill>
          <a:ln w="12700">
            <a:solidFill>
              <a:srgbClr val="2A50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2606040" cy="9144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36 dagen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06040" cy="3474720"/>
          </a:xfrm>
          <a:prstGeom prst="rect">
            <a:avLst/>
          </a:prstGeom>
          <a:solidFill>
            <a:srgbClr val="213D50"/>
          </a:solidFill>
          <a:ln w="12700">
            <a:solidFill>
              <a:srgbClr val="2A50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2606040" cy="9144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229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352044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27 bestanden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606040" cy="3474720"/>
          </a:xfrm>
          <a:prstGeom prst="rect">
            <a:avLst/>
          </a:prstGeom>
          <a:solidFill>
            <a:srgbClr val="213D50"/>
          </a:solidFill>
          <a:ln w="12700">
            <a:solidFill>
              <a:srgbClr val="2A50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97280"/>
            <a:ext cx="2606040" cy="9144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2801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frontend-pagina's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Backend: Test Suite &amp; Betrouwbaarheid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Strategie: In-Memory MongoDB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011680" cy="6400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externe database nodig tijdens CI/CD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testrun start met een identieke, verse database-instantie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Garandeert dat elke commit bestaande logica intact laat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 0 naar 229 tests verspreid over 27 bestanden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371600"/>
            <a:ext cx="2606040" cy="9144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544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108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229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9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Web &amp; RDF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is RDF?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560320" cy="1645920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Terras uuid-123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80360" y="15087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18688" y="1051560"/>
            <a:ext cx="2560320" cy="1645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554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sunIntensity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79008" y="15087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17336" y="1051560"/>
            <a:ext cx="2560320" cy="1645920"/>
          </a:xfrm>
          <a:prstGeom prst="rect">
            <a:avLst/>
          </a:prstGeom>
          <a:solidFill>
            <a:srgbClr val="1A6A4A"/>
          </a:solidFill>
          <a:ln w="12700">
            <a:solidFill>
              <a:srgbClr val="1A6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17336" y="1554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"85"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Description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" y="3310128"/>
            <a:ext cx="8503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als web van betekenisvolle verbindingen — geen tabel of boom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link heeft een semantische betekenis die machines begrijpen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Maakt onze API interoperabel met externe systemen en zoekmachines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Web: Vijf Implementatiepijlers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57200" cy="16002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Stabiele UUIDs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Universele IRIs, onafhankelijk van MongoDB _id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0515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051560"/>
            <a:ext cx="457200" cy="16002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05156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0752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17099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 met Schema.org &amp; Dublin 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10515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051560"/>
            <a:ext cx="457200" cy="16002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05156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84264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 Zoeken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84264" y="17099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SPARQL-kracht via MongoDB aggregation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09928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09928" y="2834640"/>
            <a:ext cx="457200" cy="16002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9928" y="283464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58568" y="2971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N-Triples Export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58568" y="349300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RDF-dump van alle resources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34640"/>
            <a:ext cx="457200" cy="16002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83464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12080" y="2971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49300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post-save hooks garanderen consistentie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9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Architectuur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Gebouwdata: Hosting Strategie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niet Vercel?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011680" cy="6400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5943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heeft een 100MB deployment limiet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 3D dataset: honderden ZIPs — gigabytes aan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Oracle Cloud server streamt files direct over HTTPS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binaire data in Git-repository — schone deployment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2331720" cy="100584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Architectuur: R2 CDN &amp; Lazy Conversie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als CDN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Hogere gratis tier dan Supabase Storage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egress fees — cruciaal voor grote 3D-bestanden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naar GLTF conversie voor upload naar R2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On-demand Conversie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 400 tegels vooraf converteren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Conversie getriggerd bij eerste opvraag door gebruiker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GLTF-URL gecached in MongoDB na conversie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9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Frontend: Architectuur &amp; State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+ Vite + Tailwind CSS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200400" cy="6400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651760" cy="10972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React Query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60604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caching, loading states en retries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18288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828800"/>
            <a:ext cx="2651760" cy="10972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28416" y="260604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bij wijzigingen in zonintensiteit of weer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17336" y="18288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828800"/>
            <a:ext cx="2651760" cy="10972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260604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URL routing met UUID-extractie uit Hydra @id velden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Frontend: Pagina's &amp; Integratie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Pagina's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Terrassenlijst met filtering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 detailpagina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zon tracker met slider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zoekpagina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viewer (gereed voor Milestone 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0" cy="3657600"/>
          </a:xfrm>
          <a:prstGeom prst="line">
            <a:avLst/>
          </a:prstGeom>
          <a:noFill/>
          <a:ln w="12700">
            <a:solidFill>
              <a:srgbClr val="D0C8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Proxy vs. Socket.io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572768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REST-calls lopen via Vite proxy in development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maakt directe verbinding naar api.sun-seeker.be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Reden: proxying van WebSockets voegt latency toe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transports: ['websocket'] — snelste real-time verbinding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9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Uitdagingen &amp; Oplossingen</a:t>
            </a:r>
            <a:endParaRPr lang="en-US" sz="3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Grote Uitdagingen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1261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 Intensity Bug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18105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Cache-TTL logica vernieuwd de zonintensiteit niet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9436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594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68112" y="1261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Inconsistentie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8105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en triples raakten uit sync bij updates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71800"/>
            <a:ext cx="59436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594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3272" y="3136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Socket.io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3685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blokkeerde de WebSocket-handshake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71800"/>
            <a:ext cx="59436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71800"/>
            <a:ext cx="594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68112" y="3136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UUID-Migratie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3685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overgang van MongoDB _id naar UUID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Uitdaging: Stagnant Intensity Bug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Zonintensiteit werd gecachet maar door een fout in de TTL-logica nooit ververst. De kernbelofte van de app — real-time zon — was hierdoor gebroken.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Oplossing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127248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Strikte 15-minuten vergelijking met updatedAt timestamp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automatisch ongeldig verklaard bij elke zon-berekening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097280"/>
            <a:ext cx="3703320" cy="2560320"/>
          </a:xfrm>
          <a:prstGeom prst="rect">
            <a:avLst/>
          </a:prstGeom>
          <a:solidFill>
            <a:srgbClr val="1E2D3A"/>
          </a:solidFill>
          <a:ln w="12700">
            <a:solidFill>
              <a:srgbClr val="2A4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1188720"/>
            <a:ext cx="3493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isStale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Date.now() - new Date(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cached.updatedAt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).getTime()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15 * 60 * 1000;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(isStale)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Herbereken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Uitdagingen: RDF &amp; CORS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Inconsistentie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en triples raakten uit sync bij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Synchronisatie in controllers was foutgevoelig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verplaatst naar Mongoose post-save hooks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 DB-wijziging zonder RDF-sync is technisch onmogelijk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Socket.io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blokkeerde de WebSocket-handshake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heeft eigen CORS-config, los van Express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expliciete origins voor beide lagen ingesteld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CORS + Socket.io CORS afzonderlijk geconfigureerd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Uitdaging: UUID-Migratie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Mid-sprint overgang naar UUID als primaire identifier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6400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niet later?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langer gewacht, hoe meer code herschreven moest worden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essentieel voor stabiliteit van Semantic Web IRIs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durfden we het aan?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test cases als veiligheidsnet — brokenheid direct zichtbaar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en validatie volledig aangepast naar UUID-format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75488" cy="47548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je data-architectuur op dag een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UUID-migratie halverwege was kostbaar maar noodzakelijk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475488" cy="47548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756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zijn je veiligheidsnet bij grote refactors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229 tests was de UUID-migratie een ramp geworden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75488" cy="47548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Centraliseer synchronisatielogica in hooks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zijn foutgevoelig; Mongoose hooks zijn gegarandeerd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977640"/>
            <a:ext cx="475488" cy="47548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9959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je hosting-limieten vroeg in het project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3434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Vercel's 100MB limiet dwong een betere architectuur af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Nu Mogelijk 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app is live en vandaag al functioneel: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" y="2377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Zon Tracker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Zonintensiteit van terrassen in Gent, live bijgewerkt via Socket.io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6002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600200"/>
            <a:ext cx="265176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377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Zon-Slider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Tijdreizen met de schuifbalk om schaduwpatronen te simuleren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6002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600200"/>
            <a:ext cx="265176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27064" y="2377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 Zoeken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064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op complexe criteria via de semantische zoeklaag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3: De Volgende Stappen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713232" cy="1078992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7132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70432" y="118872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60934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naar GLTF pipeline activeren en renderen via Cloudflare R2 en Three.js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59152"/>
            <a:ext cx="713232" cy="1078992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59152"/>
            <a:ext cx="7132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70432" y="2450592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Interactieve Kaart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2871216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Leaflet-integratie met terras-markers en real-time zon-overlay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621024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21024"/>
            <a:ext cx="713232" cy="1078992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7132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70432" y="3712464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Diversiteit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133088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 frontend bouwen in Angular of Vue (vereiste van de opdracht)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75488" y="1463040"/>
            <a:ext cx="8138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Robuust, semantisch fundament gelegd voor de applicatie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volledig getest en linked data ready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functioneel en schaalbaar voor Milestone 3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technische keuze (R2, UUID, in-memory tests) gedreven door lange-termijn kwaliteit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4069080"/>
            <a:ext cx="7315200" cy="64008"/>
          </a:xfrm>
          <a:prstGeom prst="rect">
            <a:avLst/>
          </a:prstGeom>
          <a:solidFill>
            <a:srgbClr val="E89F1C"/>
          </a:solidFill>
          <a:ln w="12700">
            <a:solidFill>
              <a:srgbClr val="E8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Vragen?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Ononiba &amp; Yoanna Oosterlinck  |  Universiteit Gent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 Terras In Gent – Milestone 2</dc:title>
  <dc:subject>PptxGenJS Presentation</dc:subject>
  <dc:creator>Wisdom Ononiba &amp; Yoanna Oosterlinck</dc:creator>
  <cp:lastModifiedBy>Wisdom Ononiba &amp; Yoanna Oosterlinck</cp:lastModifiedBy>
  <cp:revision>1</cp:revision>
  <dcterms:created xsi:type="dcterms:W3CDTF">2026-04-18T21:45:37Z</dcterms:created>
  <dcterms:modified xsi:type="dcterms:W3CDTF">2026-04-18T21:45:37Z</dcterms:modified>
</cp:coreProperties>
</file>