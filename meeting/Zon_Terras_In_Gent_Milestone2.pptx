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822960"/>
            <a:ext cx="3474720" cy="3474720"/>
          </a:xfrm>
          <a:prstGeom prst="ellipse">
            <a:avLst/>
          </a:prstGeom>
          <a:solidFill>
            <a:srgbClr val="E5870A">
              <a:alpha val="12000"/>
            </a:srgbClr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274320"/>
            <a:ext cx="2194560" cy="2194560"/>
          </a:xfrm>
          <a:prstGeom prst="ellipse">
            <a:avLst/>
          </a:prstGeom>
          <a:solidFill>
            <a:srgbClr val="F5AC32">
              <a:alpha val="18000"/>
            </a:srgbClr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05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F5A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WEBDEVELOPMENT PROJECT  ·  UNIVERSITEIT GENT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1371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228600" y="2359152"/>
            <a:ext cx="1691640" cy="310896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3591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2816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Launch  ·  Semantic Web  ·  Test Suite  ·  3D Gebouwdata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" y="3977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Ononiba  &amp;  Yoanna Oosterlinck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42976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Universiteit Gent  ·  Academiejaar 2025–2026  ·  April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892040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·  Milestone 2  ·  April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347472" cy="347472"/>
          </a:xfrm>
          <a:prstGeom prst="ellipse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152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Vertrekpunt na Milestone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347472" cy="347472"/>
          </a:xfrm>
          <a:prstGeom prst="ellipse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048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Voortgang in Cijfers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07792"/>
            <a:ext cx="347472" cy="347472"/>
          </a:xfrm>
          <a:prstGeom prst="ellipse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944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Test Suite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803904"/>
            <a:ext cx="347472" cy="347472"/>
          </a:xfrm>
          <a:prstGeom prst="ellipse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Semantic Web &amp; RDF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115568"/>
            <a:ext cx="347472" cy="347472"/>
          </a:xfrm>
          <a:prstGeom prst="ellipse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66360" y="1152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Data Seeding &amp; 3D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2011680"/>
            <a:ext cx="347472" cy="347472"/>
          </a:xfrm>
          <a:prstGeom prst="ellipse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66360" y="2048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Architectuur &amp; Stack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2907792"/>
            <a:ext cx="347472" cy="347472"/>
          </a:xfrm>
          <a:prstGeom prst="ellipse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66360" y="2944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Kaart &amp; Pagina's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3803904"/>
            <a:ext cx="347472" cy="347472"/>
          </a:xfrm>
          <a:prstGeom prst="ellipse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6636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Integratie, Uitdagingen &amp; Volgende Stappen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892040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·  Milestone 2  ·  April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Vertrekpunt na Milestone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was bereikt · Wat stond nog open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42416"/>
            <a:ext cx="3977640" cy="29260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4241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BEREIKT IN MILESTONE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" y="1399032"/>
            <a:ext cx="3977640" cy="329184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REST endpoints (6 resource groepen)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negotiation: JSON + HTML (Pug views)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HATEOAS hypermedia links in alle responses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Mongoose modellen + 2dsphere indexes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cron jobs (weather, OSM, events)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SSL + GitHub Actions CI/CD deploy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delete, cascade delete, validatie middleware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Pug server-side views voor alle resources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42416"/>
            <a:ext cx="4251960" cy="292608"/>
          </a:xfrm>
          <a:prstGeom prst="rect">
            <a:avLst/>
          </a:prstGeom>
          <a:solidFill>
            <a:srgbClr val="2A1F0E"/>
          </a:solidFill>
          <a:ln w="12700">
            <a:solidFill>
              <a:srgbClr val="2A1F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4241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MILESTONE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1399032"/>
            <a:ext cx="4251960" cy="329184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Testdekking: 0% → volledige test suite (229 tests)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Web: UUID, RDF, JSON-LD, SPARQL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seeding scripts (Overpass + Visit Gent)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frontend: van lege stubs naar volledig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gebouwdata (Gent tiles model + endpoints)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stability: cache, guardrails, rate limits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socket.io integratie voor frontend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HATEOAS verwijderd uit standaard responses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892040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·  Milestone 2  ·  April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Voortgang in Cijfers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13 maart 2026 – 18 april 2026  ·  Twee repo's  ·  36 dagen actieve ontwikkeling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33472" cy="129844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commits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33472" cy="129844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7043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commits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33472" cy="129844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7043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bestanden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2633472" cy="129844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7919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365760" y="34290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2606040"/>
            <a:ext cx="2633472" cy="129844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67919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3291840" y="34290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pagina's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2606040"/>
            <a:ext cx="2633472" cy="129844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67919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PR's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8600" y="40416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backend-werk is productie-deployed op api.sun-seeker.be · Frontend draait lokaal via Vite dev server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892040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·  Milestone 2  ·  April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Test Suite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0% naar volledige dekking  ·  Jest + mongodb-memory-server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069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wordt getest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4114800" cy="38404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389888"/>
            <a:ext cx="45720" cy="38404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538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 (3)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00784"/>
            <a:ext cx="393192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validatie, UUID, indexes, required velden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847088"/>
            <a:ext cx="4114800" cy="38404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847088"/>
            <a:ext cx="45720" cy="38404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11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(4)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157984"/>
            <a:ext cx="393192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Terras, Restaurant, Event, SunData — CRUD logica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304288"/>
            <a:ext cx="4114800" cy="38404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304288"/>
            <a:ext cx="45720" cy="38404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682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(5)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615184"/>
            <a:ext cx="393192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HTTP integration tests per resource type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761488"/>
            <a:ext cx="4114800" cy="38404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761488"/>
            <a:ext cx="45720" cy="38404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254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Geospatiale queries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072384"/>
            <a:ext cx="393192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$geoNear, $nearSphere, haversineDistance, findDuplicates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3218688"/>
            <a:ext cx="4114800" cy="38404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218688"/>
            <a:ext cx="45720" cy="38404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82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fetchers (3)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3529584"/>
            <a:ext cx="393192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API, Visit Gent API, sync- en merge-logica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675888"/>
            <a:ext cx="4114800" cy="38404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675888"/>
            <a:ext cx="45720" cy="38404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398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exporter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3986784"/>
            <a:ext cx="393192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 generatie, N-Triples output, triplestore sync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4133088"/>
            <a:ext cx="4114800" cy="38404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4133088"/>
            <a:ext cx="45720" cy="38404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97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Zoekcontroller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443984"/>
            <a:ext cx="393192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Full-text, semantic, intensity-filter, nearby radius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17720" y="10698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17720" y="1389888"/>
            <a:ext cx="1325880" cy="1005840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1463040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600" dirty="0"/>
          </a:p>
        </p:txBody>
      </p:sp>
      <p:sp>
        <p:nvSpPr>
          <p:cNvPr id="38" name="Text 36"/>
          <p:cNvSpPr/>
          <p:nvPr/>
        </p:nvSpPr>
        <p:spPr>
          <a:xfrm>
            <a:off x="4617720" y="22128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bestanden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80760" y="1389888"/>
            <a:ext cx="1325880" cy="1005840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1463040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</a:t>
            </a:r>
            <a:endParaRPr lang="en-US" sz="4600" dirty="0"/>
          </a:p>
        </p:txBody>
      </p:sp>
      <p:sp>
        <p:nvSpPr>
          <p:cNvPr id="41" name="Text 39"/>
          <p:cNvSpPr/>
          <p:nvPr/>
        </p:nvSpPr>
        <p:spPr>
          <a:xfrm>
            <a:off x="6080760" y="22128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543800" y="1389888"/>
            <a:ext cx="1325880" cy="1005840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43800" y="1463040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600" dirty="0"/>
          </a:p>
        </p:txBody>
      </p:sp>
      <p:sp>
        <p:nvSpPr>
          <p:cNvPr id="44" name="Text 42"/>
          <p:cNvSpPr/>
          <p:nvPr/>
        </p:nvSpPr>
        <p:spPr>
          <a:xfrm>
            <a:off x="7543800" y="22128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PR's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17720" y="2578608"/>
            <a:ext cx="2011680" cy="34747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2578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793992" y="2578608"/>
            <a:ext cx="2011680" cy="34747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93992" y="2578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ts-jest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17720" y="3035808"/>
            <a:ext cx="2011680" cy="34747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3035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mongodb-memory-server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793992" y="3035808"/>
            <a:ext cx="2011680" cy="34747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93992" y="3035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testApp isolatie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617720" y="356616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test gebruikt in-memory MongoDB — geen externe DB vereist.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617720" y="38404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wachten op DB-indexering via verhoogd setMaxListeners-limiet.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892040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·  Milestone 2  ·  April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Semantic Web &amp; RDF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Data, UUID-gebaseerde IRIs en SPARQL  ·  PR #112, #114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42416"/>
            <a:ext cx="8686800" cy="6583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42416"/>
            <a:ext cx="45720" cy="65836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197864"/>
            <a:ext cx="329184" cy="329184"/>
          </a:xfrm>
          <a:prstGeom prst="ellipse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97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" y="1106424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als primaire identifier  (PR #114)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37160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_id vervangen door uuid (v4). Alle routes en hypermedia-links gebaseerd op uuid. Stabiele IRIs ongeacht DB-locatie of migratie.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1810512"/>
            <a:ext cx="8686800" cy="6583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810512"/>
            <a:ext cx="45720" cy="65836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965960"/>
            <a:ext cx="329184" cy="329184"/>
          </a:xfrm>
          <a:prstGeom prst="ellipse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1874520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&amp; @context in responses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139696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retourneren optioneel application/ld+json met @context. Schema.org types: CafeOrCoffeeShop, FoodEstablishment, Event voor interoperabiliteit.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578608"/>
            <a:ext cx="8686800" cy="6583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578608"/>
            <a:ext cx="45720" cy="65836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734056"/>
            <a:ext cx="329184" cy="329184"/>
          </a:xfrm>
          <a:prstGeom prst="ellipse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" y="2642616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↔ Triplestore synchronisatie  (PR #112)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29077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post-save hooks schrijven automatisch naar triplestore. IRI-formaat: https://api.sun-seeker.be/api/&lt;type&gt;/&lt;uuid&gt;. Pluralized IRIs gefixd.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346704"/>
            <a:ext cx="8686800" cy="6583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346704"/>
            <a:ext cx="45720" cy="65836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502152"/>
            <a:ext cx="329184" cy="329184"/>
          </a:xfrm>
          <a:prstGeom prst="ellipse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502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" y="3410712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 semantic search  —  GET /api/search/semantic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675888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Cross-entity zoekopdrachten op cuisine, intensiteit en type. Gedocumenteerd in docs/ met voorbeeldqueries. Getest in semantic.test.ts.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114800"/>
            <a:ext cx="8686800" cy="6583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4114800"/>
            <a:ext cx="45720" cy="65836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4270248"/>
            <a:ext cx="329184" cy="329184"/>
          </a:xfrm>
          <a:prstGeom prst="ellipse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270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" y="4178808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export script  —  npm run export-rdf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" y="4443984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Exporteert alle entiteiten als N-Triples naar data/full_dump.nt. LOD-links voor Stad Gent evenementen. Getest via rdfExporter.test.ts (158 lns).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892040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·  Milestone 2  ·  April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Data Seeding, 3D Gebouwdata &amp; API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Productie-klare data en infrastructuurverbeteringen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0424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Seeding Scripts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4069080" cy="53035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371600"/>
            <a:ext cx="45720" cy="53035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264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seed:terrassen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6642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API → Gentse cafeterrassen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011680"/>
            <a:ext cx="4069080" cy="53035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011680"/>
            <a:ext cx="45720" cy="53035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066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seed:restaurants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23042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API → Gentse restaurants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651760"/>
            <a:ext cx="4069080" cy="53035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651760"/>
            <a:ext cx="45720" cy="53035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7066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seed:events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" y="29443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Gent API → actuele evenementen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33375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Verbeteringen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" y="3639312"/>
            <a:ext cx="4069080" cy="1234440"/>
          </a:xfrm>
          <a:prstGeom prst="rect">
            <a:avLst/>
          </a:prstGeom>
          <a:noFill/>
          <a:ln/>
        </p:spPr>
        <p:txBody>
          <a:bodyPr wrap="square" lIns="0" tIns="1016" rIns="1016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cache: 15 min → 1 uur (rate limit bescherming)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 lat/lng guardrails: coördinaten gevalideerd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API mode voor frontend (geen CRUD via FE)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HATEOAS verwijderd uit standaard responses (#108)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geconfigureerd voor localhost + deployed origin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17720" y="10424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Gebouwdata — Gent Tiles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1371600"/>
            <a:ext cx="4297680" cy="281635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1371600"/>
            <a:ext cx="45720" cy="281635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46304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npm run fetch:gent3d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6592" y="1655064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3D tiles van Stad Gent (Lambert 72 raster)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36592" y="188366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Gent3dTile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6592" y="207568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vaknummer, xCoord, yCoord, downloadUrl, downloadStatus, year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36592" y="230428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/api/gent3d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36592" y="2496312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— alle tiles  ·  GET /:vaknummer  ·  GET /:vaknummer/file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36592" y="272491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lifecycle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36592" y="291693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downloading → done / error / skipped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36592" y="3145536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index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36592" y="3337560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xCoord: 1, yCoord: 1 } voor ruimtelijke lookups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36592" y="356616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 (toekomst)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36592" y="3758184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schaduwberekeningen voor nauwkeurigere zonintensiteit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097280"/>
            <a:ext cx="4114800" cy="4114800"/>
          </a:xfrm>
          <a:prstGeom prst="ellipse">
            <a:avLst/>
          </a:prstGeom>
          <a:solidFill>
            <a:srgbClr val="E5870A">
              <a:alpha val="9000"/>
            </a:srgbClr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F5A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·  TypeScript  ·  Tailwind CSS  ·  TanStack Query  ·  Leaflet  ·  Socket.io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lege stubs naar volledig werkende applicatie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892040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·  Milestone 2  ·  April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Stack &amp; Architectuur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 — volledig van scratch gebouwd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697480" cy="2057400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51560"/>
            <a:ext cx="2697480" cy="329184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515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Styling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444752"/>
            <a:ext cx="253288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(strict TypeScript)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 build + proxy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v7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1051560"/>
            <a:ext cx="2697480" cy="2057400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1051560"/>
            <a:ext cx="2697480" cy="329184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0515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73552" y="1444752"/>
            <a:ext cx="253288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React Query v5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Vite API proxy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Socket.io-client v4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FilterContext · TimeContext · MapContext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35624" y="1051560"/>
            <a:ext cx="2697480" cy="2057400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35624" y="1051560"/>
            <a:ext cx="2697480" cy="329184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10515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Kaart &amp; Visualisatie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27064" y="1444752"/>
            <a:ext cx="253288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react-leaflet v5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leaflet-shadow-simulator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embeds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48-uur zon-timeline slider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8600" y="32735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volgorde in main.tsx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3602736"/>
            <a:ext cx="1371600" cy="329184"/>
          </a:xfrm>
          <a:prstGeom prst="rect">
            <a:avLst/>
          </a:prstGeom>
          <a:solidFill>
            <a:srgbClr val="E5870A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6027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QueryClientProvider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3712464"/>
            <a:ext cx="73152" cy="109728"/>
          </a:xfrm>
          <a:prstGeom prst="rect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73352" y="3602736"/>
            <a:ext cx="1371600" cy="329184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73352" y="36027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SocketProvider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44952" y="3712464"/>
            <a:ext cx="73152" cy="109728"/>
          </a:xfrm>
          <a:prstGeom prst="rect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18104" y="3602736"/>
            <a:ext cx="1371600" cy="329184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18104" y="36027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FilterProvider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89704" y="3712464"/>
            <a:ext cx="73152" cy="109728"/>
          </a:xfrm>
          <a:prstGeom prst="rect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62856" y="3602736"/>
            <a:ext cx="1371600" cy="329184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62856" y="36027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TimeProvider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34456" y="3712464"/>
            <a:ext cx="73152" cy="109728"/>
          </a:xfrm>
          <a:prstGeom prst="rect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07608" y="3602736"/>
            <a:ext cx="1371600" cy="329184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07608" y="36027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MapProvider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79208" y="3712464"/>
            <a:ext cx="73152" cy="109728"/>
          </a:xfrm>
          <a:prstGeom prst="rect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2360" y="3602736"/>
            <a:ext cx="1371600" cy="329184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36027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892040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·  Milestone 2  ·  April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Interactieve Kaart &amp; Zon-Timeline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hart van de applicatie — MapPage.tsx (391 lijnen)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069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MapPage Functionaliteit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4114800" cy="56692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389888"/>
            <a:ext cx="45720" cy="56692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538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48-uur Zon-Timeline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0078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van vandaag t/m morgen. Kleurgradiënt (amber→donker) per uur op basis van zonintensiteit + bewolking.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048256"/>
            <a:ext cx="4114800" cy="56692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048256"/>
            <a:ext cx="45720" cy="56692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122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Cloud-adjusted gradient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3591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cloudCover van weer-API past slider-kleuren dynamisch aan. Helder = goud, bewolkt = grijs.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706624"/>
            <a:ext cx="4114800" cy="56692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706624"/>
            <a:ext cx="45720" cy="56692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70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Tijdselectie via TimeContext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Geselecteerd tijdstip (ISO) opgeslagen globaal. Alle pagina's reageren op de keuze van de gebruiker.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364992"/>
            <a:ext cx="4114800" cy="56692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364992"/>
            <a:ext cx="45720" cy="56692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290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terras-kaarten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6758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Lijst van terrassen gesorteerd op intensiteit. Klikbaar → TerrasDetailPage via React Router.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023360"/>
            <a:ext cx="4114800" cy="56692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4023360"/>
            <a:ext cx="45720" cy="56692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873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Mobiel responsive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3342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Verticale zon-timeline op klein scherm. Hamburger-knop opent/sluit de sidebar.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17720" y="10698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Sidebar &amp; Widgets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1389888"/>
            <a:ext cx="4297680" cy="3383280"/>
          </a:xfrm>
          <a:prstGeom prst="rect">
            <a:avLst/>
          </a:prstGeom>
          <a:solidFill>
            <a:srgbClr val="2A1F0E"/>
          </a:solidFill>
          <a:ln w="12700">
            <a:solidFill>
              <a:srgbClr val="2A1F0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149961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WeatherCard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36592" y="171907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Temperatuur, bewolkingslabel, windsnelheid. Laadt via useWeatherData() + TanStack Query.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36592" y="212140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Terrassen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34086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Top-terrassen via searchTerras() + TanStack Query. Kleurcodering op intensiteitswaarde.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36592" y="274320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36592" y="2962656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NavLink naar Map en Search met active styling. Vervangt de vroegere top-NavBar volledig.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36592" y="336499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OfflineIndicator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36592" y="358444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pill-banner bij socket.io disconnect of netwerk-query error.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36592" y="398678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SocketContext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6592" y="420624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singleton in SocketProvider. isConnected bool via useSocket() hook.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892040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·  Milestone 2  ·  April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Pagina's &amp; Zoekfunctie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volledig geïmplementeerde pagina's — geen lege stubs meer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5532120" cy="6583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51560"/>
            <a:ext cx="45720" cy="65836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064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MapPage  ·  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1064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391 lns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38074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Interactieve kaart, 48-uur zon-timeline, sidebar met weer en zonnige terrassen.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819656"/>
            <a:ext cx="5532120" cy="6583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819656"/>
            <a:ext cx="45720" cy="658368"/>
          </a:xfrm>
          <a:prstGeom prst="rect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8745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SearchPage  ·  /search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874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 lns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21488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tabs (terrassen / restaurants / events). Paginering 20/pagina, intensiteitsfilter, IntensityBar.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587752"/>
            <a:ext cx="5532120" cy="6583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587752"/>
            <a:ext cx="45720" cy="658368"/>
          </a:xfrm>
          <a:prstGeom prst="rect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6426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TerrasDetailPage  ·  /terrasen/:id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6426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lns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" y="29169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stats (intensiteit, azimuth, altitude, golden hour). Embedded OSM-kaart via iframe.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355848"/>
            <a:ext cx="5532120" cy="6583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355848"/>
            <a:ext cx="45720" cy="658368"/>
          </a:xfrm>
          <a:prstGeom prst="rect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4107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RestaurantDetailPage  ·  /restaurants/:id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4107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lns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" y="36850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Contactinfo, cuisine, openingsuren, gekoppelde evenementen via locationRef.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4123944"/>
            <a:ext cx="5532120" cy="6583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4123944"/>
            <a:ext cx="45720" cy="658368"/>
          </a:xfrm>
          <a:prstGeom prst="rect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1788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EventDetailPage  ·  /events/:id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41788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lns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" y="44531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Datum, locatieomschrijving, venue-link naar terras of restaurant.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89320" y="1051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SearchPage Highlights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89320" y="137160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tabs: terrassen / restaurants / events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Paginering: 20 items per pagina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IntensityBar: visuele kleurcodering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UUID-extractie uit Hydra @id veld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FilterContext: sunnyOnly + minIntensity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spinners + error states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Lege-resultaat feedback per tab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892040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·  Milestone 2  ·  April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Integratie &amp; Architectuur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frontend en backend samenwerken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1508760" cy="713232"/>
          </a:xfrm>
          <a:prstGeom prst="rect">
            <a:avLst/>
          </a:prstGeom>
          <a:solidFill>
            <a:srgbClr val="E5870A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55648" y="1344168"/>
            <a:ext cx="164592" cy="11887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8528" y="1051560"/>
            <a:ext cx="1298448" cy="71323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1051560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55264" y="1344168"/>
            <a:ext cx="164592" cy="11887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1568" y="1051560"/>
            <a:ext cx="1298448" cy="71323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051560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SSL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18304" y="1344168"/>
            <a:ext cx="164592" cy="11887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64608" y="1051560"/>
            <a:ext cx="1645920" cy="71323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05156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TypeScript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28816" y="1344168"/>
            <a:ext cx="164592" cy="11887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3408" y="1051560"/>
            <a:ext cx="2194560" cy="71323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105156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(Oracle Cloud)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1764792"/>
            <a:ext cx="9144" cy="640080"/>
          </a:xfrm>
          <a:prstGeom prst="rect">
            <a:avLst/>
          </a:prstGeom>
          <a:solidFill>
            <a:srgbClr val="9B8570"/>
          </a:solidFill>
          <a:ln w="12700">
            <a:solidFill>
              <a:srgbClr val="9B85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423160"/>
            <a:ext cx="1828800" cy="475488"/>
          </a:xfrm>
          <a:prstGeom prst="rect">
            <a:avLst/>
          </a:prstGeom>
          <a:solidFill>
            <a:srgbClr val="2A1F0E"/>
          </a:solidFill>
          <a:ln w="12700">
            <a:solidFill>
              <a:srgbClr val="2A1F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4231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A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(directe verbinding)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487168"/>
            <a:ext cx="8686800" cy="420624"/>
          </a:xfrm>
          <a:prstGeom prst="rect">
            <a:avLst/>
          </a:prstGeom>
          <a:solidFill>
            <a:srgbClr val="F5EEE2"/>
          </a:solidFill>
          <a:ln w="6350">
            <a:solidFill>
              <a:srgbClr val="EDE4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542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proxy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64208" y="2542032"/>
            <a:ext cx="7150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/api/* → https://api.sun-seeker.be (dev). Productie: dist/ geserveerd, rechtstreeks naar NGINX.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980944"/>
            <a:ext cx="8686800" cy="420624"/>
          </a:xfrm>
          <a:prstGeom prst="rect">
            <a:avLst/>
          </a:prstGeom>
          <a:solidFill>
            <a:srgbClr val="FAF5EC"/>
          </a:solidFill>
          <a:ln w="6350">
            <a:solidFill>
              <a:srgbClr val="EDE4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0358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64208" y="3035808"/>
            <a:ext cx="7150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CORS + socket.io cors beide geconfigureerd voor localhost:5173 + deployed origin.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474720"/>
            <a:ext cx="8686800" cy="420624"/>
          </a:xfrm>
          <a:prstGeom prst="rect">
            <a:avLst/>
          </a:prstGeom>
          <a:solidFill>
            <a:srgbClr val="F5EEE2"/>
          </a:solidFill>
          <a:ln w="6350">
            <a:solidFill>
              <a:srgbClr val="EDE4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5295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header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64208" y="3529584"/>
            <a:ext cx="7150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baseURL '/api'. Accept: application/ld+json voor JSON-LD responses van de backend.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3968496"/>
            <a:ext cx="8686800" cy="420624"/>
          </a:xfrm>
          <a:prstGeom prst="rect">
            <a:avLst/>
          </a:prstGeom>
          <a:solidFill>
            <a:srgbClr val="FAF5EC"/>
          </a:solidFill>
          <a:ln w="6350">
            <a:solidFill>
              <a:srgbClr val="EDE4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64208" y="4023360"/>
            <a:ext cx="7150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Rechtstreekse verbinding via https://api.sun-seeker.be — bypasses Vite proxy opzettelijk.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4462272"/>
            <a:ext cx="8686800" cy="420624"/>
          </a:xfrm>
          <a:prstGeom prst="rect">
            <a:avLst/>
          </a:prstGeom>
          <a:solidFill>
            <a:srgbClr val="F5EEE2"/>
          </a:solidFill>
          <a:ln w="6350">
            <a:solidFill>
              <a:srgbClr val="EDE4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5171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64208" y="4517136"/>
            <a:ext cx="7150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npm run build → dist/ via serve --single. Backend: Oracle Cloud Ubuntu 24.04, systemd.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892040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·  Milestone 2  ·  April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Uitdagingen &amp; Oplossingen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problemen die we tegenkwamen en hoe we ze oplosten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42416"/>
            <a:ext cx="8686800" cy="80467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42416"/>
            <a:ext cx="45720" cy="80467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261872"/>
            <a:ext cx="347472" cy="347472"/>
          </a:xfrm>
          <a:prstGeom prst="ellipse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Stagnant intensity — zonscores werden niet bijgewerkt  (PR #111)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Probleem: Gecachede SunData werd altijd teruggegeven, ook als de TTL verlopen was. Intensiteiten stonden stil.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1591056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 Cache-logica herschreven: TTL gerespecteerd + on-the-fly herberekening bij verlopen cache. Sun cache 15 min → 1 uur.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1984248"/>
            <a:ext cx="8686800" cy="80467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984248"/>
            <a:ext cx="45720" cy="80467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203704"/>
            <a:ext cx="347472" cy="347472"/>
          </a:xfrm>
          <a:prstGeom prst="ellipse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2039112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RDF/triplestore inconsistentie  (PR #112)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304288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Probleem: MongoDB en triplestore raakten uit sync bij updates. IRI-formaat niet consistent; pluralized IRIs fout.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" y="253288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 Mongoose post-save hooks gecentraliseerd. IRI-patroon gestandaardiseerd via rdfExporter.ts. Semantic tests toegevoegd.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926080"/>
            <a:ext cx="8686800" cy="80467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926080"/>
            <a:ext cx="45720" cy="80467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145536"/>
            <a:ext cx="347472" cy="347472"/>
          </a:xfrm>
          <a:prstGeom prst="ellipse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2980944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&amp; socket.io typing conflicten  (commits 13 april)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246120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Probleem: Express CORS en socket.io cors-opties conflicteerden. TypeScript typingfouten bij socket events.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68680" y="347472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 CORS-middleware expliciet geconfigureerd voor REST én socket.io apart. @types/socket.io correct geïmporteerd.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867912"/>
            <a:ext cx="8686800" cy="804672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867912"/>
            <a:ext cx="45720" cy="80467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4087368"/>
            <a:ext cx="347472" cy="347472"/>
          </a:xfrm>
          <a:prstGeom prst="ellipse">
            <a:avLst/>
          </a:prstGeom>
          <a:solidFill>
            <a:srgbClr val="F5AC32"/>
          </a:solidFill>
          <a:ln w="12700">
            <a:solidFill>
              <a:srgbClr val="F5AC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" y="3922776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UUID-migratie midden in het project  (PR #114)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4187952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Probleem: Overstap van MongoDB _id naar uuid vereiste refactoring van routes, tests, HATEOAS-links en RDF-exporter.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441655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 Systematisch alle referenties geüpdated. uuid v4 als verplicht schema-veld. Tests aangepast aan nieuwe identifier.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892040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·  Milestone 2  ·  April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Nu Mogelijk 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Demonstreerbaar vandaag via api.sun-seeker.be + React 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42416"/>
            <a:ext cx="4206240" cy="11155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42416"/>
            <a:ext cx="45720" cy="111556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3385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Zonnige terrassen in real-time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" y="1463040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 opent app → ziet direct welke Gentse terrassen op dit moment het zonnigst zijn, met intensiteitsscores.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42416"/>
            <a:ext cx="4206240" cy="11155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42416"/>
            <a:ext cx="45720" cy="111556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13385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Tijdreizen met de zon-slider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28032" y="1463040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naar morgen 14:00 → app toont welke terrassen dan zonnig zijn op basis van zonpositie + bewolking.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4206240" cy="11155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286000"/>
            <a:ext cx="45720" cy="111556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37744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Zoeken op naam, type en intensiteit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93192" y="2706624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SearchPage: filter terrassen op minimale intensiteit, zoek restaurants op naam, evenementen op datum.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4206240" cy="11155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286000"/>
            <a:ext cx="45720" cy="111556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37744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Detailpagina's met zon &amp; kaart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2706624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Terrasdetail toont azimuth, altitude, golden hour tijden + embedded OpenStreetMap van de exacte locatie.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529584"/>
            <a:ext cx="4206240" cy="11155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529584"/>
            <a:ext cx="45720" cy="111556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362102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weerdata in de sidebar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3192" y="3950208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Temperatuur, bewolking en wind van Gent worden elk uur bijgewerkt vanuit Open-Meteo via cron job.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529584"/>
            <a:ext cx="4206240" cy="1115568"/>
          </a:xfrm>
          <a:prstGeom prst="rect">
            <a:avLst/>
          </a:prstGeom>
          <a:solidFill>
            <a:srgbClr val="F5EEE2"/>
          </a:solidFill>
          <a:ln w="9525">
            <a:solidFill>
              <a:srgbClr val="EDE4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529584"/>
            <a:ext cx="45720" cy="111556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362102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Semantische data &amp; Linked Data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28032" y="3950208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retourneert JSON-LD op aanvraag. Volledige RDF dump exporteerbaar via npm run export-rdf.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892040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·  Milestone 2  ·  April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Volgende Stappen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4023360" cy="292608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241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4023360" cy="333756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vroeger starten — model tests in M1 hadden bugs vroeger onthuld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Cache-logica complexer dan verwacht: TTL + on-the-fly + guardrails vereisen zorgvuldig ontwerp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UUID-migratie halverwege kost extra refactoring; beter van bij het begin plannen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en REST CORS moeten apart geconfigureerd worden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en MongoDB via hooks synchroniseren; ad-hoc aanpassingen leiden tot inconsistentie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+ Socket.io is een krachtig real-time datalaag voor React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24128"/>
            <a:ext cx="4251960" cy="292608"/>
          </a:xfrm>
          <a:prstGeom prst="rect">
            <a:avLst/>
          </a:prstGeom>
          <a:solidFill>
            <a:srgbClr val="2A1F0E"/>
          </a:solidFill>
          <a:ln w="12700">
            <a:solidFill>
              <a:srgbClr val="2A1F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02412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STAPPEN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566928" cy="34747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3716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03520" y="14081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schaduwberekening (Three.js / leaflet-shadow-simulator)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566928" cy="34747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288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0" y="18653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kaart met markers en heatmap in MapPage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566928" cy="347472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2860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303520" y="23225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2 (Svelte of Vue) — WEBDEV2 vereiste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566928" cy="347472"/>
          </a:xfrm>
          <a:prstGeom prst="rect">
            <a:avLst/>
          </a:prstGeom>
          <a:solidFill>
            <a:srgbClr val="9B8570"/>
          </a:solidFill>
          <a:ln w="12700">
            <a:solidFill>
              <a:srgbClr val="9B85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0" y="27797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OpenAPI/Swagger documentatie voor alle endpoints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3200400"/>
            <a:ext cx="566928" cy="347472"/>
          </a:xfrm>
          <a:prstGeom prst="rect">
            <a:avLst/>
          </a:prstGeom>
          <a:solidFill>
            <a:srgbClr val="9B8570"/>
          </a:solidFill>
          <a:ln w="12700">
            <a:solidFill>
              <a:srgbClr val="9B85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2004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303520" y="32369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+ /health endpoint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566928" cy="347472"/>
          </a:xfrm>
          <a:prstGeom prst="rect">
            <a:avLst/>
          </a:prstGeom>
          <a:solidFill>
            <a:srgbClr val="9B8570"/>
          </a:solidFill>
          <a:ln w="12700">
            <a:solidFill>
              <a:srgbClr val="9B85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6576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03520" y="36941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backups via mongodump (Oracle Cloud)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4114800"/>
            <a:ext cx="566928" cy="347472"/>
          </a:xfrm>
          <a:prstGeom prst="rect">
            <a:avLst/>
          </a:prstGeom>
          <a:solidFill>
            <a:srgbClr val="EDE4D3"/>
          </a:solidFill>
          <a:ln w="12700">
            <a:solidFill>
              <a:srgbClr val="EDE4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1148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303520" y="41513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rendering: markers incrementeel laden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828800"/>
            <a:ext cx="5486400" cy="5486400"/>
          </a:xfrm>
          <a:prstGeom prst="ellipse">
            <a:avLst/>
          </a:prstGeom>
          <a:solidFill>
            <a:srgbClr val="E5870A">
              <a:alpha val="9000"/>
            </a:srgbClr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E5870A"/>
          </a:solidFill>
          <a:ln w="12700">
            <a:solidFill>
              <a:srgbClr val="E587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Bedankt voor jullie aandacht!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A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2487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Ononiba  &amp;  Yoanna Oosterlinck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Universiteit Gent  ·  Webdevelopment  ·  Academiejaar 2025–2026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31821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A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github.ugent.be/wononiba/Zon-Terras-In-Gent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4005072"/>
            <a:ext cx="3977640" cy="749808"/>
          </a:xfrm>
          <a:prstGeom prst="rect">
            <a:avLst/>
          </a:prstGeom>
          <a:solidFill>
            <a:srgbClr val="2A1F0E"/>
          </a:solidFill>
          <a:ln w="9525">
            <a:solidFill>
              <a:srgbClr val="3A2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0507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volledig getest &amp; semantisch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 test cases  ·  RDF/JSON-LD  ·  3D tiles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4005072"/>
            <a:ext cx="3977640" cy="749808"/>
          </a:xfrm>
          <a:prstGeom prst="rect">
            <a:avLst/>
          </a:prstGeom>
          <a:solidFill>
            <a:srgbClr val="2A1F0E"/>
          </a:solidFill>
          <a:ln w="9525">
            <a:solidFill>
              <a:srgbClr val="3A2A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400507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volledig geïmplementeerd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pagina's  ·  React 19  ·  real-time socket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Zon Terras In Gent – Milestone 2</dc:title>
  <dc:subject>PptxGenJS Presentation</dc:subject>
  <dc:creator>Wisdom Ononiba &amp; Yoanna Oosterlinck</dc:creator>
  <cp:lastModifiedBy>Wisdom Ononiba &amp; Yoanna Oosterlinck</cp:lastModifiedBy>
  <cp:revision>1</cp:revision>
  <dcterms:created xsi:type="dcterms:W3CDTF">2026-04-18T17:06:25Z</dcterms:created>
  <dcterms:modified xsi:type="dcterms:W3CDTF">2026-04-18T17:06:25Z</dcterms:modified>
</cp:coreProperties>
</file>