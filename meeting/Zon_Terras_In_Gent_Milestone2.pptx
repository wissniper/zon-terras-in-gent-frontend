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615"/>
    <p:restoredTop sz="97020"/>
  </p:normalViewPr>
  <p:slideViewPr>
    <p:cSldViewPr snapToGrid="0" snapToObjects="1">
      <p:cViewPr varScale="1">
        <p:scale>
          <a:sx n="105" d="100"/>
          <a:sy n="105" d="100"/>
        </p:scale>
        <p:origin x="200" y="182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150608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2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0" y="-822960"/>
            <a:ext cx="3474720" cy="3474720"/>
          </a:xfrm>
          <a:prstGeom prst="ellipse">
            <a:avLst/>
          </a:prstGeom>
          <a:solidFill>
            <a:srgbClr val="E5870A">
              <a:alpha val="12000"/>
            </a:srgbClr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3" name="Shape 1"/>
          <p:cNvSpPr/>
          <p:nvPr/>
        </p:nvSpPr>
        <p:spPr>
          <a:xfrm>
            <a:off x="6858000" y="-274320"/>
            <a:ext cx="2194560" cy="2194560"/>
          </a:xfrm>
          <a:prstGeom prst="ellipse">
            <a:avLst/>
          </a:prstGeom>
          <a:solidFill>
            <a:srgbClr val="F5AC32">
              <a:alpha val="18000"/>
            </a:srgbClr>
          </a:solidFill>
          <a:ln w="12700">
            <a:solidFill>
              <a:srgbClr val="F5AC32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5" name="Text 3"/>
          <p:cNvSpPr/>
          <p:nvPr/>
        </p:nvSpPr>
        <p:spPr>
          <a:xfrm>
            <a:off x="228600" y="1005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300" dirty="0">
                <a:solidFill>
                  <a:srgbClr val="F5AC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WEBDEVELOPMENT PROJECT  ·  UNIVERSITEIT GENT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28600" y="13716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 TERRAS IN GENT</a:t>
            </a:r>
            <a:endParaRPr lang="en-US" sz="5000" dirty="0"/>
          </a:p>
        </p:txBody>
      </p:sp>
      <p:sp>
        <p:nvSpPr>
          <p:cNvPr id="7" name="Shape 5"/>
          <p:cNvSpPr/>
          <p:nvPr/>
        </p:nvSpPr>
        <p:spPr>
          <a:xfrm>
            <a:off x="228600" y="2359152"/>
            <a:ext cx="1691640" cy="310896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8" name="Text 6"/>
          <p:cNvSpPr/>
          <p:nvPr/>
        </p:nvSpPr>
        <p:spPr>
          <a:xfrm>
            <a:off x="228600" y="2359152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" y="281635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9A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Launch  ·  Semantic Web  ·  Test Suite  ·  3D Gebouwdata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28600" y="3977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Wisdom Ononiba  &amp;  Yoanna Oosterlinck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28600" y="429768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B8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Universiteit Gent  ·  Academiejaar 2025–2026  ·  April 2026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5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3" name="Text 1"/>
          <p:cNvSpPr/>
          <p:nvPr/>
        </p:nvSpPr>
        <p:spPr>
          <a:xfrm>
            <a:off x="164592" y="4892040"/>
            <a:ext cx="88148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B8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 Terras In Gent  ·  Milestone 2  ·  April 2026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228600" y="228600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1115568"/>
            <a:ext cx="347472" cy="347472"/>
          </a:xfrm>
          <a:prstGeom prst="ellipse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6" name="Text 4"/>
          <p:cNvSpPr/>
          <p:nvPr/>
        </p:nvSpPr>
        <p:spPr>
          <a:xfrm>
            <a:off x="274320" y="11155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31520" y="115214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Vertrekpunt na Milestone 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4320" y="2011680"/>
            <a:ext cx="347472" cy="347472"/>
          </a:xfrm>
          <a:prstGeom prst="ellipse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9" name="Text 7"/>
          <p:cNvSpPr/>
          <p:nvPr/>
        </p:nvSpPr>
        <p:spPr>
          <a:xfrm>
            <a:off x="274320" y="20116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1520" y="204825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Voortgang in Cijfers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4320" y="2907792"/>
            <a:ext cx="347472" cy="347472"/>
          </a:xfrm>
          <a:prstGeom prst="ellipse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2" name="Text 10"/>
          <p:cNvSpPr/>
          <p:nvPr/>
        </p:nvSpPr>
        <p:spPr>
          <a:xfrm>
            <a:off x="274320" y="29077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31520" y="294436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Backend: Test Suite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74320" y="3803904"/>
            <a:ext cx="347472" cy="347472"/>
          </a:xfrm>
          <a:prstGeom prst="ellipse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5" name="Text 13"/>
          <p:cNvSpPr/>
          <p:nvPr/>
        </p:nvSpPr>
        <p:spPr>
          <a:xfrm>
            <a:off x="274320" y="38039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1520" y="384048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Backend: Semantic Web &amp; RDF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709160" y="1115568"/>
            <a:ext cx="347472" cy="347472"/>
          </a:xfrm>
          <a:prstGeom prst="ellipse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8" name="Text 16"/>
          <p:cNvSpPr/>
          <p:nvPr/>
        </p:nvSpPr>
        <p:spPr>
          <a:xfrm>
            <a:off x="4709160" y="11155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166360" y="115214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Backend: Data Seeding &amp; 3D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709160" y="2011680"/>
            <a:ext cx="347472" cy="347472"/>
          </a:xfrm>
          <a:prstGeom prst="ellipse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21" name="Text 19"/>
          <p:cNvSpPr/>
          <p:nvPr/>
        </p:nvSpPr>
        <p:spPr>
          <a:xfrm>
            <a:off x="4709160" y="20116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166360" y="204825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Frontend: Architectuur &amp; Stack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709160" y="2907792"/>
            <a:ext cx="347472" cy="347472"/>
          </a:xfrm>
          <a:prstGeom prst="ellipse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24" name="Text 22"/>
          <p:cNvSpPr/>
          <p:nvPr/>
        </p:nvSpPr>
        <p:spPr>
          <a:xfrm>
            <a:off x="4709160" y="29077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166360" y="294436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Frontend: Kaart &amp; Pagina's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709160" y="3803904"/>
            <a:ext cx="347472" cy="347472"/>
          </a:xfrm>
          <a:prstGeom prst="ellipse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27" name="Text 25"/>
          <p:cNvSpPr/>
          <p:nvPr/>
        </p:nvSpPr>
        <p:spPr>
          <a:xfrm>
            <a:off x="4709160" y="38039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66360" y="384048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Integratie, Uitdagingen &amp; Volgende Stappen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5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3" name="Text 1"/>
          <p:cNvSpPr/>
          <p:nvPr/>
        </p:nvSpPr>
        <p:spPr>
          <a:xfrm>
            <a:off x="164592" y="4892040"/>
            <a:ext cx="88148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B8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 Terras In Gent  ·  Milestone 2  ·  April 2026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228600" y="228600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Vertrekpunt na Milestone 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228600" y="731520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A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was bereikt · Wat stond nog open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1042416"/>
            <a:ext cx="3977640" cy="292608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7" name="Text 5"/>
          <p:cNvSpPr/>
          <p:nvPr/>
        </p:nvSpPr>
        <p:spPr>
          <a:xfrm>
            <a:off x="228600" y="1042416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BEREIKT IN MILESTONE 1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28600" y="1399032"/>
            <a:ext cx="3977640" cy="3291840"/>
          </a:xfrm>
          <a:prstGeom prst="rect">
            <a:avLst/>
          </a:prstGeom>
          <a:noFill/>
          <a:ln/>
        </p:spPr>
        <p:txBody>
          <a:bodyPr wrap="square" lIns="0" tIns="1270" rIns="127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REST endpoints (6 resource groepen)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negotiation: JSON + HTML (Pug views)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HATEOAS hypermedia links in alle responses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Mongoose modellen + 2dsphere indexes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cron jobs (weather, OSM, events)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+ SSL + GitHub Actions CI/CD deploy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delete, cascade delete, validatie middleware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Pug server-side views voor alle resources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042416"/>
            <a:ext cx="4251960" cy="292608"/>
          </a:xfrm>
          <a:prstGeom prst="rect">
            <a:avLst/>
          </a:prstGeom>
          <a:solidFill>
            <a:srgbClr val="2A1F0E"/>
          </a:solidFill>
          <a:ln w="12700">
            <a:solidFill>
              <a:srgbClr val="2A1F0E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0" name="Text 8"/>
          <p:cNvSpPr/>
          <p:nvPr/>
        </p:nvSpPr>
        <p:spPr>
          <a:xfrm>
            <a:off x="4663440" y="1042416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MILESTONE 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663440" y="1399032"/>
            <a:ext cx="4251960" cy="3291840"/>
          </a:xfrm>
          <a:prstGeom prst="rect">
            <a:avLst/>
          </a:prstGeom>
          <a:noFill/>
          <a:ln/>
        </p:spPr>
        <p:txBody>
          <a:bodyPr wrap="square" lIns="0" tIns="1270" rIns="127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Testdekking: 0% → volledige test suite (229 tests)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Web: UUID, RDF, JSON-LD, SPARQL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seeding scripts (Overpass + Visit Gent)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frontend: van lege stubs naar volledig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gebouwdata (Gent tiles model + endpoints)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stability: cache, guardrails, rate limits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 + socket.io integratie voor frontend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HATEOAS verwijderd uit standaard responses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5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3" name="Text 1"/>
          <p:cNvSpPr/>
          <p:nvPr/>
        </p:nvSpPr>
        <p:spPr>
          <a:xfrm>
            <a:off x="164592" y="4892040"/>
            <a:ext cx="88148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B8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 Terras In Gent  ·  Milestone 2  ·  April 2026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228600" y="228600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Voortgang in Cijfers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228600" y="731520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A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13 maart 2026 – 18 april 2026  ·  Twee repo's  ·  36 dagen actieve ontwikkeling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2633472" cy="1298448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7" name="Text 5"/>
          <p:cNvSpPr/>
          <p:nvPr/>
        </p:nvSpPr>
        <p:spPr>
          <a:xfrm>
            <a:off x="365760" y="1170432"/>
            <a:ext cx="26334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E58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365760" y="1920240"/>
            <a:ext cx="2633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A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commits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91840" y="1097280"/>
            <a:ext cx="2633472" cy="1298448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0" name="Text 8"/>
          <p:cNvSpPr/>
          <p:nvPr/>
        </p:nvSpPr>
        <p:spPr>
          <a:xfrm>
            <a:off x="3291840" y="1170432"/>
            <a:ext cx="26334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E58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3291840" y="1920240"/>
            <a:ext cx="2633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A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commits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17920" y="1097280"/>
            <a:ext cx="2633472" cy="1298448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3" name="Text 11"/>
          <p:cNvSpPr/>
          <p:nvPr/>
        </p:nvSpPr>
        <p:spPr>
          <a:xfrm>
            <a:off x="6217920" y="1170432"/>
            <a:ext cx="26334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E58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4600" dirty="0"/>
          </a:p>
        </p:txBody>
      </p:sp>
      <p:sp>
        <p:nvSpPr>
          <p:cNvPr id="14" name="Text 12"/>
          <p:cNvSpPr/>
          <p:nvPr/>
        </p:nvSpPr>
        <p:spPr>
          <a:xfrm>
            <a:off x="6217920" y="1920240"/>
            <a:ext cx="2633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A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bestanden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65760" y="2606040"/>
            <a:ext cx="2633472" cy="1298448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6" name="Text 14"/>
          <p:cNvSpPr/>
          <p:nvPr/>
        </p:nvSpPr>
        <p:spPr>
          <a:xfrm>
            <a:off x="365760" y="2679192"/>
            <a:ext cx="26334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E58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229</a:t>
            </a:r>
            <a:endParaRPr lang="en-US" sz="4600" dirty="0"/>
          </a:p>
        </p:txBody>
      </p:sp>
      <p:sp>
        <p:nvSpPr>
          <p:cNvPr id="17" name="Text 15"/>
          <p:cNvSpPr/>
          <p:nvPr/>
        </p:nvSpPr>
        <p:spPr>
          <a:xfrm>
            <a:off x="365760" y="3429000"/>
            <a:ext cx="2633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A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cases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91840" y="2606040"/>
            <a:ext cx="2633472" cy="1298448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9" name="Text 17"/>
          <p:cNvSpPr/>
          <p:nvPr/>
        </p:nvSpPr>
        <p:spPr>
          <a:xfrm>
            <a:off x="3291840" y="2679192"/>
            <a:ext cx="26334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E58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4600" dirty="0"/>
          </a:p>
        </p:txBody>
      </p:sp>
      <p:sp>
        <p:nvSpPr>
          <p:cNvPr id="20" name="Text 18"/>
          <p:cNvSpPr/>
          <p:nvPr/>
        </p:nvSpPr>
        <p:spPr>
          <a:xfrm>
            <a:off x="3291840" y="3429000"/>
            <a:ext cx="2633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A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pagina's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17920" y="2606040"/>
            <a:ext cx="2633472" cy="1298448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22" name="Text 20"/>
          <p:cNvSpPr/>
          <p:nvPr/>
        </p:nvSpPr>
        <p:spPr>
          <a:xfrm>
            <a:off x="6217920" y="2679192"/>
            <a:ext cx="26334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E58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</a:t>
            </a:r>
            <a:endParaRPr lang="en-US" sz="4600" dirty="0"/>
          </a:p>
        </p:txBody>
      </p:sp>
      <p:sp>
        <p:nvSpPr>
          <p:cNvPr id="23" name="Text 21"/>
          <p:cNvSpPr/>
          <p:nvPr/>
        </p:nvSpPr>
        <p:spPr>
          <a:xfrm>
            <a:off x="6217920" y="3429000"/>
            <a:ext cx="2633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A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Merged PR's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28600" y="4041648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9B8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backend-werk is productie-deployed op api.sun-seeker.be · Frontend </a:t>
            </a:r>
            <a:r>
              <a:rPr lang="en-US" sz="900" i="1" dirty="0" err="1">
                <a:solidFill>
                  <a:srgbClr val="9B8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draait</a:t>
            </a:r>
            <a:r>
              <a:rPr lang="en-US" sz="900" i="1" dirty="0">
                <a:solidFill>
                  <a:srgbClr val="9B8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via </a:t>
            </a:r>
            <a:r>
              <a:rPr lang="en-US" sz="900" i="1" dirty="0" err="1">
                <a:solidFill>
                  <a:srgbClr val="9B8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</a:t>
            </a:r>
            <a:r>
              <a:rPr lang="en-US" sz="900" i="1" dirty="0">
                <a:solidFill>
                  <a:srgbClr val="9B8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op sun-</a:t>
            </a:r>
            <a:r>
              <a:rPr lang="en-US" sz="900" i="1" dirty="0" err="1">
                <a:solidFill>
                  <a:srgbClr val="9B8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seeker.be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5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3" name="Text 1"/>
          <p:cNvSpPr/>
          <p:nvPr/>
        </p:nvSpPr>
        <p:spPr>
          <a:xfrm>
            <a:off x="164592" y="4892040"/>
            <a:ext cx="88148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B8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 Terras In Gent  ·  Milestone 2  ·  April 2026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228600" y="228600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Backend: Test Suite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228600" y="731520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A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0% naar volledige dekking  ·  Jest + mongodb-memory-server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28600" y="106984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wordt getest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28600" y="1389888"/>
            <a:ext cx="4114800" cy="384048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8" name="Shape 6"/>
          <p:cNvSpPr/>
          <p:nvPr/>
        </p:nvSpPr>
        <p:spPr>
          <a:xfrm>
            <a:off x="228600" y="1389888"/>
            <a:ext cx="45720" cy="384048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9" name="Text 7"/>
          <p:cNvSpPr/>
          <p:nvPr/>
        </p:nvSpPr>
        <p:spPr>
          <a:xfrm>
            <a:off x="365760" y="1453896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Modellen (3)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65760" y="1700784"/>
            <a:ext cx="39319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validatie, UUID, indexes, required velden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28600" y="1847088"/>
            <a:ext cx="4114800" cy="384048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2" name="Shape 10"/>
          <p:cNvSpPr/>
          <p:nvPr/>
        </p:nvSpPr>
        <p:spPr>
          <a:xfrm>
            <a:off x="228600" y="1847088"/>
            <a:ext cx="45720" cy="384048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3" name="Text 11"/>
          <p:cNvSpPr/>
          <p:nvPr/>
        </p:nvSpPr>
        <p:spPr>
          <a:xfrm>
            <a:off x="365760" y="1911096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Controllers (4)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65760" y="2157984"/>
            <a:ext cx="39319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Terras, Restaurant, Event, SunData — CRUD logica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28600" y="2304288"/>
            <a:ext cx="4114800" cy="384048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6" name="Shape 14"/>
          <p:cNvSpPr/>
          <p:nvPr/>
        </p:nvSpPr>
        <p:spPr>
          <a:xfrm>
            <a:off x="228600" y="2304288"/>
            <a:ext cx="45720" cy="384048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7" name="Text 15"/>
          <p:cNvSpPr/>
          <p:nvPr/>
        </p:nvSpPr>
        <p:spPr>
          <a:xfrm>
            <a:off x="365760" y="2368296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 (5)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65760" y="2615184"/>
            <a:ext cx="39319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Volledige HTTP integration tests per resource type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28600" y="2761488"/>
            <a:ext cx="4114800" cy="384048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20" name="Shape 18"/>
          <p:cNvSpPr/>
          <p:nvPr/>
        </p:nvSpPr>
        <p:spPr>
          <a:xfrm>
            <a:off x="228600" y="2761488"/>
            <a:ext cx="45720" cy="384048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21" name="Text 19"/>
          <p:cNvSpPr/>
          <p:nvPr/>
        </p:nvSpPr>
        <p:spPr>
          <a:xfrm>
            <a:off x="365760" y="2825496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Geospatiale queries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65760" y="3072384"/>
            <a:ext cx="39319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$geoNear, $nearSphere, haversineDistance, findDuplicates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28600" y="3218688"/>
            <a:ext cx="4114800" cy="384048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24" name="Shape 22"/>
          <p:cNvSpPr/>
          <p:nvPr/>
        </p:nvSpPr>
        <p:spPr>
          <a:xfrm>
            <a:off x="228600" y="3218688"/>
            <a:ext cx="45720" cy="384048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25" name="Text 23"/>
          <p:cNvSpPr/>
          <p:nvPr/>
        </p:nvSpPr>
        <p:spPr>
          <a:xfrm>
            <a:off x="365760" y="3282696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fetchers (3)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65760" y="3529584"/>
            <a:ext cx="39319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Overpass API, Visit Gent API, sync- en merge-logica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28600" y="3675888"/>
            <a:ext cx="4114800" cy="384048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28" name="Shape 26"/>
          <p:cNvSpPr/>
          <p:nvPr/>
        </p:nvSpPr>
        <p:spPr>
          <a:xfrm>
            <a:off x="228600" y="3675888"/>
            <a:ext cx="45720" cy="384048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29" name="Text 27"/>
          <p:cNvSpPr/>
          <p:nvPr/>
        </p:nvSpPr>
        <p:spPr>
          <a:xfrm>
            <a:off x="365760" y="3739896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RDF exporter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365760" y="3986784"/>
            <a:ext cx="39319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IRI generatie, N-Triples output, triplestore sync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28600" y="4133088"/>
            <a:ext cx="4114800" cy="384048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32" name="Shape 30"/>
          <p:cNvSpPr/>
          <p:nvPr/>
        </p:nvSpPr>
        <p:spPr>
          <a:xfrm>
            <a:off x="228600" y="4133088"/>
            <a:ext cx="45720" cy="384048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33" name="Text 31"/>
          <p:cNvSpPr/>
          <p:nvPr/>
        </p:nvSpPr>
        <p:spPr>
          <a:xfrm>
            <a:off x="365760" y="4197096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Zoekcontroller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365760" y="4443984"/>
            <a:ext cx="39319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Full-text, semantic, intensity-filter, nearby radius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617720" y="1069848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Resultaten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617720" y="1389888"/>
            <a:ext cx="1325880" cy="1005840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37" name="Text 35"/>
          <p:cNvSpPr/>
          <p:nvPr/>
        </p:nvSpPr>
        <p:spPr>
          <a:xfrm>
            <a:off x="4617720" y="1463040"/>
            <a:ext cx="1325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E58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4600" dirty="0"/>
          </a:p>
        </p:txBody>
      </p:sp>
      <p:sp>
        <p:nvSpPr>
          <p:cNvPr id="38" name="Text 36"/>
          <p:cNvSpPr/>
          <p:nvPr/>
        </p:nvSpPr>
        <p:spPr>
          <a:xfrm>
            <a:off x="4617720" y="2212848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A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bestanden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080760" y="1389888"/>
            <a:ext cx="1325880" cy="1005840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40" name="Text 38"/>
          <p:cNvSpPr/>
          <p:nvPr/>
        </p:nvSpPr>
        <p:spPr>
          <a:xfrm>
            <a:off x="6080760" y="1463040"/>
            <a:ext cx="1325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E58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229</a:t>
            </a:r>
            <a:endParaRPr lang="en-US" sz="4600" dirty="0"/>
          </a:p>
        </p:txBody>
      </p:sp>
      <p:sp>
        <p:nvSpPr>
          <p:cNvPr id="41" name="Text 39"/>
          <p:cNvSpPr/>
          <p:nvPr/>
        </p:nvSpPr>
        <p:spPr>
          <a:xfrm>
            <a:off x="6080760" y="2212848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A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cases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7543800" y="1389888"/>
            <a:ext cx="1325880" cy="1005840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43" name="Text 41"/>
          <p:cNvSpPr/>
          <p:nvPr/>
        </p:nvSpPr>
        <p:spPr>
          <a:xfrm>
            <a:off x="7543800" y="1463040"/>
            <a:ext cx="1325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E58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4600" dirty="0"/>
          </a:p>
        </p:txBody>
      </p:sp>
      <p:sp>
        <p:nvSpPr>
          <p:cNvPr id="44" name="Text 42"/>
          <p:cNvSpPr/>
          <p:nvPr/>
        </p:nvSpPr>
        <p:spPr>
          <a:xfrm>
            <a:off x="7543800" y="2212848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A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merged PR's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4617720" y="2578608"/>
            <a:ext cx="2011680" cy="347472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46" name="Text 44"/>
          <p:cNvSpPr/>
          <p:nvPr/>
        </p:nvSpPr>
        <p:spPr>
          <a:xfrm>
            <a:off x="4617720" y="257860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Jest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793992" y="2578608"/>
            <a:ext cx="2011680" cy="347472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48" name="Text 46"/>
          <p:cNvSpPr/>
          <p:nvPr/>
        </p:nvSpPr>
        <p:spPr>
          <a:xfrm>
            <a:off x="6793992" y="257860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ts-jest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4617720" y="3035808"/>
            <a:ext cx="2011680" cy="347472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50" name="Text 48"/>
          <p:cNvSpPr/>
          <p:nvPr/>
        </p:nvSpPr>
        <p:spPr>
          <a:xfrm>
            <a:off x="4617720" y="303580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mongodb-memory-server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793992" y="3035808"/>
            <a:ext cx="2011680" cy="347472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52" name="Text 50"/>
          <p:cNvSpPr/>
          <p:nvPr/>
        </p:nvSpPr>
        <p:spPr>
          <a:xfrm>
            <a:off x="6793992" y="303580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testApp isolatie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4617720" y="356616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Elke test gebruikt in-memory MongoDB — geen externe DB vereist.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4617720" y="384048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wachten op DB-indexering via verhoogd setMaxListeners-limiet.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5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3" name="Text 1"/>
          <p:cNvSpPr/>
          <p:nvPr/>
        </p:nvSpPr>
        <p:spPr>
          <a:xfrm>
            <a:off x="164592" y="4892040"/>
            <a:ext cx="88148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B8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 Terras In Gent  ·  Milestone 2  ·  April 2026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228600" y="228600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Backend: Semantic Web &amp; RDF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228600" y="731520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A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 Data, UUID-gebaseerde IRIs en SPARQL  ·  PR #112, #114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1042416"/>
            <a:ext cx="8686800" cy="658368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7" name="Shape 5"/>
          <p:cNvSpPr/>
          <p:nvPr/>
        </p:nvSpPr>
        <p:spPr>
          <a:xfrm>
            <a:off x="228600" y="1042416"/>
            <a:ext cx="45720" cy="658368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8" name="Shape 6"/>
          <p:cNvSpPr/>
          <p:nvPr/>
        </p:nvSpPr>
        <p:spPr>
          <a:xfrm>
            <a:off x="384048" y="1197864"/>
            <a:ext cx="329184" cy="329184"/>
          </a:xfrm>
          <a:prstGeom prst="ellipse">
            <a:avLst/>
          </a:prstGeom>
          <a:solidFill>
            <a:srgbClr val="F5AC32"/>
          </a:solidFill>
          <a:ln w="12700">
            <a:solidFill>
              <a:srgbClr val="F5AC32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9" name="Text 7"/>
          <p:cNvSpPr/>
          <p:nvPr/>
        </p:nvSpPr>
        <p:spPr>
          <a:xfrm>
            <a:off x="384048" y="11978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41248" y="1106424"/>
            <a:ext cx="7909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UUID als primaire identifier  (PR #114)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41248" y="1371600"/>
            <a:ext cx="7909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_id vervangen door uuid (v4). Alle routes en hypermedia-links gebaseerd op uuid. Stabiele IRIs ongeacht DB-locatie of migratie.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28600" y="1810512"/>
            <a:ext cx="8686800" cy="658368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3" name="Shape 11"/>
          <p:cNvSpPr/>
          <p:nvPr/>
        </p:nvSpPr>
        <p:spPr>
          <a:xfrm>
            <a:off x="228600" y="1810512"/>
            <a:ext cx="45720" cy="658368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4" name="Shape 12"/>
          <p:cNvSpPr/>
          <p:nvPr/>
        </p:nvSpPr>
        <p:spPr>
          <a:xfrm>
            <a:off x="384048" y="1965960"/>
            <a:ext cx="329184" cy="329184"/>
          </a:xfrm>
          <a:prstGeom prst="ellipse">
            <a:avLst/>
          </a:prstGeom>
          <a:solidFill>
            <a:srgbClr val="F5AC32"/>
          </a:solidFill>
          <a:ln w="12700">
            <a:solidFill>
              <a:srgbClr val="F5AC32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5" name="Text 13"/>
          <p:cNvSpPr/>
          <p:nvPr/>
        </p:nvSpPr>
        <p:spPr>
          <a:xfrm>
            <a:off x="384048" y="1965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41248" y="1874520"/>
            <a:ext cx="7909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JSON-LD &amp; @context in responses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41248" y="2139696"/>
            <a:ext cx="7909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 retourneren optioneel application/ld+json met @context. Schema.org types: CafeOrCoffeeShop, FoodEstablishment, Event voor interoperabiliteit.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28600" y="2578608"/>
            <a:ext cx="8686800" cy="658368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9" name="Shape 17"/>
          <p:cNvSpPr/>
          <p:nvPr/>
        </p:nvSpPr>
        <p:spPr>
          <a:xfrm>
            <a:off x="228600" y="2578608"/>
            <a:ext cx="45720" cy="658368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20" name="Shape 18"/>
          <p:cNvSpPr/>
          <p:nvPr/>
        </p:nvSpPr>
        <p:spPr>
          <a:xfrm>
            <a:off x="384048" y="2734056"/>
            <a:ext cx="329184" cy="329184"/>
          </a:xfrm>
          <a:prstGeom prst="ellipse">
            <a:avLst/>
          </a:prstGeom>
          <a:solidFill>
            <a:srgbClr val="F5AC32"/>
          </a:solidFill>
          <a:ln w="12700">
            <a:solidFill>
              <a:srgbClr val="F5AC32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21" name="Text 19"/>
          <p:cNvSpPr/>
          <p:nvPr/>
        </p:nvSpPr>
        <p:spPr>
          <a:xfrm>
            <a:off x="384048" y="27340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41248" y="2642616"/>
            <a:ext cx="7909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↔ Triplestore synchronisatie  (PR #112)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41248" y="2907792"/>
            <a:ext cx="7909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Mongoose post-save hooks schrijven automatisch naar triplestore. IRI-formaat: https://api.sun-seeker.be/api/&lt;type&gt;/&lt;uuid&gt;. Pluralized IRIs gefixd.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28600" y="3346704"/>
            <a:ext cx="8686800" cy="658368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25" name="Shape 23"/>
          <p:cNvSpPr/>
          <p:nvPr/>
        </p:nvSpPr>
        <p:spPr>
          <a:xfrm>
            <a:off x="228600" y="3346704"/>
            <a:ext cx="45720" cy="658368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26" name="Shape 24"/>
          <p:cNvSpPr/>
          <p:nvPr/>
        </p:nvSpPr>
        <p:spPr>
          <a:xfrm>
            <a:off x="384048" y="3502152"/>
            <a:ext cx="329184" cy="329184"/>
          </a:xfrm>
          <a:prstGeom prst="ellipse">
            <a:avLst/>
          </a:prstGeom>
          <a:solidFill>
            <a:srgbClr val="F5AC32"/>
          </a:solidFill>
          <a:ln w="12700">
            <a:solidFill>
              <a:srgbClr val="F5AC32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27" name="Text 25"/>
          <p:cNvSpPr/>
          <p:nvPr/>
        </p:nvSpPr>
        <p:spPr>
          <a:xfrm>
            <a:off x="384048" y="3502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41248" y="3410712"/>
            <a:ext cx="7909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SPARQL semantic search  —  GET /api/search/semantic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41248" y="3675888"/>
            <a:ext cx="7909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Cross-entity zoekopdrachten op cuisine, intensiteit en type. Gedocumenteerd in docs/ met voorbeeldqueries. Getest in semantic.test.ts.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228600" y="4114800"/>
            <a:ext cx="8686800" cy="658368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31" name="Shape 29"/>
          <p:cNvSpPr/>
          <p:nvPr/>
        </p:nvSpPr>
        <p:spPr>
          <a:xfrm>
            <a:off x="228600" y="4114800"/>
            <a:ext cx="45720" cy="658368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32" name="Shape 30"/>
          <p:cNvSpPr/>
          <p:nvPr/>
        </p:nvSpPr>
        <p:spPr>
          <a:xfrm>
            <a:off x="384048" y="4270248"/>
            <a:ext cx="329184" cy="329184"/>
          </a:xfrm>
          <a:prstGeom prst="ellipse">
            <a:avLst/>
          </a:prstGeom>
          <a:solidFill>
            <a:srgbClr val="F5AC32"/>
          </a:solidFill>
          <a:ln w="12700">
            <a:solidFill>
              <a:srgbClr val="F5AC32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33" name="Text 31"/>
          <p:cNvSpPr/>
          <p:nvPr/>
        </p:nvSpPr>
        <p:spPr>
          <a:xfrm>
            <a:off x="384048" y="42702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248" y="4178808"/>
            <a:ext cx="7909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RDF export script  —  npm run export-rdf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41248" y="4443984"/>
            <a:ext cx="7909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Exporteert alle entiteiten als N-Triples naar data/full_dump.nt. LOD-links voor Stad Gent evenementen. Getest via rdfExporter.test.ts (158 lns).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5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3" name="Text 1"/>
          <p:cNvSpPr/>
          <p:nvPr/>
        </p:nvSpPr>
        <p:spPr>
          <a:xfrm>
            <a:off x="164592" y="4892040"/>
            <a:ext cx="88148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B8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 Terras In Gent  ·  Milestone 2  ·  April 2026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228600" y="228600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Backend: Data Seeding, 3D Gebouwdata &amp; API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228600" y="731520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A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Productie-klare data en infrastructuurverbeteringen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28600" y="1042416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Seeding Scripts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28600" y="1371600"/>
            <a:ext cx="4069080" cy="530352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8" name="Shape 6"/>
          <p:cNvSpPr/>
          <p:nvPr/>
        </p:nvSpPr>
        <p:spPr>
          <a:xfrm>
            <a:off x="228600" y="1371600"/>
            <a:ext cx="45720" cy="530352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9" name="Text 7"/>
          <p:cNvSpPr/>
          <p:nvPr/>
        </p:nvSpPr>
        <p:spPr>
          <a:xfrm>
            <a:off x="347472" y="142646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58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run seed:terrassen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47472" y="166420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Overpass API → Gentse cafeterrassen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28600" y="2011680"/>
            <a:ext cx="4069080" cy="530352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2" name="Shape 10"/>
          <p:cNvSpPr/>
          <p:nvPr/>
        </p:nvSpPr>
        <p:spPr>
          <a:xfrm>
            <a:off x="228600" y="2011680"/>
            <a:ext cx="45720" cy="530352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3" name="Text 11"/>
          <p:cNvSpPr/>
          <p:nvPr/>
        </p:nvSpPr>
        <p:spPr>
          <a:xfrm>
            <a:off x="347472" y="206654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58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run seed:restaurants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47472" y="230428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Overpass API → Gentse restaurants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28600" y="2651760"/>
            <a:ext cx="4069080" cy="530352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6" name="Shape 14"/>
          <p:cNvSpPr/>
          <p:nvPr/>
        </p:nvSpPr>
        <p:spPr>
          <a:xfrm>
            <a:off x="228600" y="2651760"/>
            <a:ext cx="45720" cy="530352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7" name="Text 15"/>
          <p:cNvSpPr/>
          <p:nvPr/>
        </p:nvSpPr>
        <p:spPr>
          <a:xfrm>
            <a:off x="347472" y="270662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58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run seed:events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47472" y="294436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 Gent API → actuele evenementen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28600" y="3337560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Verbeteringen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28600" y="3639312"/>
            <a:ext cx="4069080" cy="1234440"/>
          </a:xfrm>
          <a:prstGeom prst="rect">
            <a:avLst/>
          </a:prstGeom>
          <a:noFill/>
          <a:ln/>
        </p:spPr>
        <p:txBody>
          <a:bodyPr wrap="square" lIns="0" tIns="1016" rIns="1016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cache: 15 min → 1 uur (rate limit bescherming)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 lat/lng guardrails: coördinaten gevalideerd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API mode voor frontend (geen CRUD via FE)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HATEOAS verwijderd uit standaard responses (#108)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 geconfigureerd voor localhost + deployed origin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617720" y="1042416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Gebouwdata — Gent Tiles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617720" y="1371600"/>
            <a:ext cx="4297680" cy="2816352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23" name="Shape 21"/>
          <p:cNvSpPr/>
          <p:nvPr/>
        </p:nvSpPr>
        <p:spPr>
          <a:xfrm>
            <a:off x="4617720" y="1371600"/>
            <a:ext cx="45720" cy="2816352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24" name="Text 22"/>
          <p:cNvSpPr/>
          <p:nvPr/>
        </p:nvSpPr>
        <p:spPr>
          <a:xfrm>
            <a:off x="4736592" y="1463040"/>
            <a:ext cx="4059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Script: npm run fetch:gent3d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736592" y="1655064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3D tiles van Stad Gent (Lambert 72 raster)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736592" y="1883664"/>
            <a:ext cx="4059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Model: Gent3dTile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736592" y="2075688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vaknummer, xCoord, yCoord, downloadUrl, downloadStatus, year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736592" y="2304288"/>
            <a:ext cx="4059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Routes: /api/gent3d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736592" y="2496312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 — alle tiles  ·  GET /:vaknummer  ·  GET /:vaknummer/file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736592" y="2724912"/>
            <a:ext cx="4059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lifecycle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736592" y="2916936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→ downloading → done / error / skipped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736592" y="3145536"/>
            <a:ext cx="4059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index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736592" y="3337560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 xCoord: 1, yCoord: 1 } voor ruimtelijke lookups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736592" y="3566160"/>
            <a:ext cx="4059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Doel (toekomst)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736592" y="3758184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schaduwberekeningen voor nauwkeurigere zonintensiteit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2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1097280"/>
            <a:ext cx="4114800" cy="4114800"/>
          </a:xfrm>
          <a:prstGeom prst="ellipse">
            <a:avLst/>
          </a:prstGeom>
          <a:solidFill>
            <a:srgbClr val="E5870A">
              <a:alpha val="9000"/>
            </a:srgbClr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3" name="Shape 1"/>
          <p:cNvSpPr/>
          <p:nvPr/>
        </p:nvSpPr>
        <p:spPr>
          <a:xfrm>
            <a:off x="9070848" y="0"/>
            <a:ext cx="73152" cy="5143500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kern="0" spc="400" dirty="0">
                <a:solidFill>
                  <a:srgbClr val="F5AC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DEEL 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572768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457200" y="278892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C9A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 ·  TypeScript  ·  Tailwind CSS  ·  TanStack Query  ·  Leaflet  ·  Socket.io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57200" y="327355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9B8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lege stubs naar volledig werkende applicatie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5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3" name="Text 1"/>
          <p:cNvSpPr/>
          <p:nvPr/>
        </p:nvSpPr>
        <p:spPr>
          <a:xfrm>
            <a:off x="164592" y="4892040"/>
            <a:ext cx="88148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B8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 Terras In Gent  ·  Milestone 2  ·  April 2026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228600" y="228600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Frontend: Stack &amp; Architectuur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228600" y="731520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A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+ TypeScript + Vite — volledig van scratch gebouwd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1051560"/>
            <a:ext cx="2697480" cy="2057400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7" name="Shape 5"/>
          <p:cNvSpPr/>
          <p:nvPr/>
        </p:nvSpPr>
        <p:spPr>
          <a:xfrm>
            <a:off x="228600" y="1051560"/>
            <a:ext cx="2697480" cy="329184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8" name="Text 6"/>
          <p:cNvSpPr/>
          <p:nvPr/>
        </p:nvSpPr>
        <p:spPr>
          <a:xfrm>
            <a:off x="228600" y="1051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&amp; Styling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20040" y="1444752"/>
            <a:ext cx="253288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(strict TypeScript)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 8 build + proxy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 3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Router DOM v7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182112" y="1051560"/>
            <a:ext cx="2697480" cy="2057400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1" name="Shape 9"/>
          <p:cNvSpPr/>
          <p:nvPr/>
        </p:nvSpPr>
        <p:spPr>
          <a:xfrm>
            <a:off x="3182112" y="1051560"/>
            <a:ext cx="2697480" cy="329184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2" name="Text 10"/>
          <p:cNvSpPr/>
          <p:nvPr/>
        </p:nvSpPr>
        <p:spPr>
          <a:xfrm>
            <a:off x="3182112" y="1051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State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273552" y="1444752"/>
            <a:ext cx="253288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TanStack React Query v5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Axios + Vite API proxy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Socket.io-client v4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FilterContext · TimeContext · MapContext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35624" y="1051560"/>
            <a:ext cx="2697480" cy="2057400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5" name="Shape 13"/>
          <p:cNvSpPr/>
          <p:nvPr/>
        </p:nvSpPr>
        <p:spPr>
          <a:xfrm>
            <a:off x="6135624" y="1051560"/>
            <a:ext cx="2697480" cy="329184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6" name="Text 14"/>
          <p:cNvSpPr/>
          <p:nvPr/>
        </p:nvSpPr>
        <p:spPr>
          <a:xfrm>
            <a:off x="6135624" y="1051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Kaart &amp; Visualisatie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227064" y="1444752"/>
            <a:ext cx="253288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Leaflet + react-leaflet v5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leaflet-shadow-simulator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OpenStreetMap embeds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48-uur zon-timeline slider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28600" y="327355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volgorde in main.tsx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28600" y="3602736"/>
            <a:ext cx="1371600" cy="329184"/>
          </a:xfrm>
          <a:prstGeom prst="rect">
            <a:avLst/>
          </a:prstGeom>
          <a:solidFill>
            <a:srgbClr val="E5870A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20" name="Text 18"/>
          <p:cNvSpPr/>
          <p:nvPr/>
        </p:nvSpPr>
        <p:spPr>
          <a:xfrm>
            <a:off x="228600" y="360273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QueryClientProvider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1600200" y="3712464"/>
            <a:ext cx="73152" cy="109728"/>
          </a:xfrm>
          <a:prstGeom prst="rect">
            <a:avLst/>
          </a:prstGeom>
          <a:solidFill>
            <a:srgbClr val="F5AC32"/>
          </a:solidFill>
          <a:ln w="12700">
            <a:solidFill>
              <a:srgbClr val="F5AC32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22" name="Shape 20"/>
          <p:cNvSpPr/>
          <p:nvPr/>
        </p:nvSpPr>
        <p:spPr>
          <a:xfrm>
            <a:off x="1673352" y="3602736"/>
            <a:ext cx="1371600" cy="329184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23" name="Text 21"/>
          <p:cNvSpPr/>
          <p:nvPr/>
        </p:nvSpPr>
        <p:spPr>
          <a:xfrm>
            <a:off x="1673352" y="360273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SocketProvider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044952" y="3712464"/>
            <a:ext cx="73152" cy="109728"/>
          </a:xfrm>
          <a:prstGeom prst="rect">
            <a:avLst/>
          </a:prstGeom>
          <a:solidFill>
            <a:srgbClr val="F5AC32"/>
          </a:solidFill>
          <a:ln w="12700">
            <a:solidFill>
              <a:srgbClr val="F5AC32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25" name="Shape 23"/>
          <p:cNvSpPr/>
          <p:nvPr/>
        </p:nvSpPr>
        <p:spPr>
          <a:xfrm>
            <a:off x="3118104" y="3602736"/>
            <a:ext cx="1371600" cy="329184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26" name="Text 24"/>
          <p:cNvSpPr/>
          <p:nvPr/>
        </p:nvSpPr>
        <p:spPr>
          <a:xfrm>
            <a:off x="3118104" y="360273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FilterProvider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489704" y="3712464"/>
            <a:ext cx="73152" cy="109728"/>
          </a:xfrm>
          <a:prstGeom prst="rect">
            <a:avLst/>
          </a:prstGeom>
          <a:solidFill>
            <a:srgbClr val="F5AC32"/>
          </a:solidFill>
          <a:ln w="12700">
            <a:solidFill>
              <a:srgbClr val="F5AC32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28" name="Shape 26"/>
          <p:cNvSpPr/>
          <p:nvPr/>
        </p:nvSpPr>
        <p:spPr>
          <a:xfrm>
            <a:off x="4562856" y="3602736"/>
            <a:ext cx="1371600" cy="329184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29" name="Text 27"/>
          <p:cNvSpPr/>
          <p:nvPr/>
        </p:nvSpPr>
        <p:spPr>
          <a:xfrm>
            <a:off x="4562856" y="360273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TimeProvider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934456" y="3712464"/>
            <a:ext cx="73152" cy="109728"/>
          </a:xfrm>
          <a:prstGeom prst="rect">
            <a:avLst/>
          </a:prstGeom>
          <a:solidFill>
            <a:srgbClr val="F5AC32"/>
          </a:solidFill>
          <a:ln w="12700">
            <a:solidFill>
              <a:srgbClr val="F5AC32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31" name="Shape 29"/>
          <p:cNvSpPr/>
          <p:nvPr/>
        </p:nvSpPr>
        <p:spPr>
          <a:xfrm>
            <a:off x="6007608" y="3602736"/>
            <a:ext cx="1371600" cy="329184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32" name="Text 30"/>
          <p:cNvSpPr/>
          <p:nvPr/>
        </p:nvSpPr>
        <p:spPr>
          <a:xfrm>
            <a:off x="6007608" y="360273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MapProvider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379208" y="3712464"/>
            <a:ext cx="73152" cy="109728"/>
          </a:xfrm>
          <a:prstGeom prst="rect">
            <a:avLst/>
          </a:prstGeom>
          <a:solidFill>
            <a:srgbClr val="F5AC32"/>
          </a:solidFill>
          <a:ln w="12700">
            <a:solidFill>
              <a:srgbClr val="F5AC32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34" name="Shape 32"/>
          <p:cNvSpPr/>
          <p:nvPr/>
        </p:nvSpPr>
        <p:spPr>
          <a:xfrm>
            <a:off x="7452360" y="3602736"/>
            <a:ext cx="1371600" cy="329184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35" name="Text 33"/>
          <p:cNvSpPr/>
          <p:nvPr/>
        </p:nvSpPr>
        <p:spPr>
          <a:xfrm>
            <a:off x="7452360" y="360273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5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3" name="Text 1"/>
          <p:cNvSpPr/>
          <p:nvPr/>
        </p:nvSpPr>
        <p:spPr>
          <a:xfrm>
            <a:off x="164592" y="4892040"/>
            <a:ext cx="88148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B8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 Terras In Gent  ·  Milestone 2  ·  April 2026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228600" y="228600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Frontend: Interactieve Kaart &amp; Zon-Timeline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228600" y="731520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A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hart van de applicatie — MapPage.tsx (391 lijnen)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28600" y="106984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MapPage Functionaliteit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28600" y="1389888"/>
            <a:ext cx="4114800" cy="566928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8" name="Shape 6"/>
          <p:cNvSpPr/>
          <p:nvPr/>
        </p:nvSpPr>
        <p:spPr>
          <a:xfrm>
            <a:off x="228600" y="1389888"/>
            <a:ext cx="45720" cy="566928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9" name="Text 7"/>
          <p:cNvSpPr/>
          <p:nvPr/>
        </p:nvSpPr>
        <p:spPr>
          <a:xfrm>
            <a:off x="365760" y="1453896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48-uur Zon-Timeline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65760" y="1700784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Slider van vandaag t/m morgen. Kleurgradiënt (amber→donker) per uur op basis van zonintensiteit + bewolking.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28600" y="2048256"/>
            <a:ext cx="4114800" cy="566928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2" name="Shape 10"/>
          <p:cNvSpPr/>
          <p:nvPr/>
        </p:nvSpPr>
        <p:spPr>
          <a:xfrm>
            <a:off x="228600" y="2048256"/>
            <a:ext cx="45720" cy="566928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3" name="Text 11"/>
          <p:cNvSpPr/>
          <p:nvPr/>
        </p:nvSpPr>
        <p:spPr>
          <a:xfrm>
            <a:off x="365760" y="2112264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Cloud-adjusted gradient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65760" y="2359152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cloudCover van weer-API past slider-kleuren dynamisch aan. Helder = goud, bewolkt = grijs.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28600" y="2706624"/>
            <a:ext cx="4114800" cy="566928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6" name="Shape 14"/>
          <p:cNvSpPr/>
          <p:nvPr/>
        </p:nvSpPr>
        <p:spPr>
          <a:xfrm>
            <a:off x="228600" y="2706624"/>
            <a:ext cx="45720" cy="566928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7" name="Text 15"/>
          <p:cNvSpPr/>
          <p:nvPr/>
        </p:nvSpPr>
        <p:spPr>
          <a:xfrm>
            <a:off x="365760" y="2770632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Tijdselectie via TimeContext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65760" y="3017520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Geselecteerd tijdstip (ISO) opgeslagen globaal. Alle pagina's reageren op de keuze van de gebruiker.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28600" y="3364992"/>
            <a:ext cx="4114800" cy="566928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20" name="Shape 18"/>
          <p:cNvSpPr/>
          <p:nvPr/>
        </p:nvSpPr>
        <p:spPr>
          <a:xfrm>
            <a:off x="228600" y="3364992"/>
            <a:ext cx="45720" cy="566928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21" name="Text 19"/>
          <p:cNvSpPr/>
          <p:nvPr/>
        </p:nvSpPr>
        <p:spPr>
          <a:xfrm>
            <a:off x="365760" y="342900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Sunny terras-kaarten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65760" y="3675888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Lijst van terrassen gesorteerd op intensiteit. Klikbaar → TerrasDetailPage via React Router.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28600" y="4023360"/>
            <a:ext cx="4114800" cy="566928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24" name="Shape 22"/>
          <p:cNvSpPr/>
          <p:nvPr/>
        </p:nvSpPr>
        <p:spPr>
          <a:xfrm>
            <a:off x="228600" y="4023360"/>
            <a:ext cx="45720" cy="566928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25" name="Text 23"/>
          <p:cNvSpPr/>
          <p:nvPr/>
        </p:nvSpPr>
        <p:spPr>
          <a:xfrm>
            <a:off x="365760" y="4087368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Mobiel responsive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65760" y="4334256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Verticale zon-timeline op klein scherm. Hamburger-knop opent/sluit de sidebar.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617720" y="1069848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Collapsible Sidebar &amp; Widgets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617720" y="1389888"/>
            <a:ext cx="4297680" cy="3383280"/>
          </a:xfrm>
          <a:prstGeom prst="rect">
            <a:avLst/>
          </a:prstGeom>
          <a:solidFill>
            <a:srgbClr val="2A1F0E"/>
          </a:solidFill>
          <a:ln w="12700">
            <a:solidFill>
              <a:srgbClr val="2A1F0E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29" name="Text 27"/>
          <p:cNvSpPr/>
          <p:nvPr/>
        </p:nvSpPr>
        <p:spPr>
          <a:xfrm>
            <a:off x="4736592" y="1499616"/>
            <a:ext cx="40599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5AC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WeatherCard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736592" y="1719072"/>
            <a:ext cx="4059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9A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Temperatuur, bewolkingslabel, windsnelheid. Laadt via useWeatherData() + TanStack Query.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736592" y="2121408"/>
            <a:ext cx="40599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5AC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Sunny Terrassen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736592" y="2340864"/>
            <a:ext cx="4059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9A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Top-terrassen via searchTerras() + TanStack Query. Kleurcodering op intensiteitswaarde.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736592" y="2743200"/>
            <a:ext cx="40599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5AC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Navigatie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736592" y="2962656"/>
            <a:ext cx="4059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9A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NavLink naar Map en Search met active styling. Vervangt de vroegere top-NavBar volledig.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736592" y="3364992"/>
            <a:ext cx="40599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5AC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OfflineIndicator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736592" y="3584448"/>
            <a:ext cx="4059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9A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Rode pill-banner bij socket.io disconnect of netwerk-query error.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4736592" y="3986784"/>
            <a:ext cx="40599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5AC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SocketContext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736592" y="4206240"/>
            <a:ext cx="4059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9A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socket.io singleton in SocketProvider. isConnected bool via useSocket() hook.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5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3" name="Text 1"/>
          <p:cNvSpPr/>
          <p:nvPr/>
        </p:nvSpPr>
        <p:spPr>
          <a:xfrm>
            <a:off x="164592" y="4892040"/>
            <a:ext cx="88148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B8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 Terras In Gent  ·  Milestone 2  ·  April 2026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228600" y="228600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Frontend: Pagina's &amp; Zoekfunctie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228600" y="731520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A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volledig geïmplementeerde pagina's — geen lege stubs meer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1051560"/>
            <a:ext cx="5532120" cy="658368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7" name="Shape 5"/>
          <p:cNvSpPr/>
          <p:nvPr/>
        </p:nvSpPr>
        <p:spPr>
          <a:xfrm>
            <a:off x="228600" y="1051560"/>
            <a:ext cx="45720" cy="658368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8" name="Text 6"/>
          <p:cNvSpPr/>
          <p:nvPr/>
        </p:nvSpPr>
        <p:spPr>
          <a:xfrm>
            <a:off x="347472" y="110642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MapPage  ·  /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663440" y="110642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B8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391 lns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472" y="1380744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Interactieve kaart, 48-uur zon-timeline, sidebar met weer en zonnige terrassen.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28600" y="1819656"/>
            <a:ext cx="5532120" cy="658368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2" name="Shape 10"/>
          <p:cNvSpPr/>
          <p:nvPr/>
        </p:nvSpPr>
        <p:spPr>
          <a:xfrm>
            <a:off x="228600" y="1819656"/>
            <a:ext cx="45720" cy="658368"/>
          </a:xfrm>
          <a:prstGeom prst="rect">
            <a:avLst/>
          </a:prstGeom>
          <a:solidFill>
            <a:srgbClr val="F5AC32"/>
          </a:solidFill>
          <a:ln w="12700">
            <a:solidFill>
              <a:srgbClr val="F5AC32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3" name="Text 11"/>
          <p:cNvSpPr/>
          <p:nvPr/>
        </p:nvSpPr>
        <p:spPr>
          <a:xfrm>
            <a:off x="347472" y="1874520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SearchPage  ·  /search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63440" y="187452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B8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306 lns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47472" y="21488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tabs (terrassen / restaurants / events). Paginering 20/pagina, intensiteitsfilter, IntensityBar.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28600" y="2587752"/>
            <a:ext cx="5532120" cy="658368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7" name="Shape 15"/>
          <p:cNvSpPr/>
          <p:nvPr/>
        </p:nvSpPr>
        <p:spPr>
          <a:xfrm>
            <a:off x="228600" y="2587752"/>
            <a:ext cx="45720" cy="658368"/>
          </a:xfrm>
          <a:prstGeom prst="rect">
            <a:avLst/>
          </a:prstGeom>
          <a:solidFill>
            <a:srgbClr val="F5AC32"/>
          </a:solidFill>
          <a:ln w="12700">
            <a:solidFill>
              <a:srgbClr val="F5AC32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8" name="Text 16"/>
          <p:cNvSpPr/>
          <p:nvPr/>
        </p:nvSpPr>
        <p:spPr>
          <a:xfrm>
            <a:off x="347472" y="2642616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TerrasDetailPage  ·  /terrasen/:id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663440" y="264261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B8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158 lns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47472" y="2916936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 stats (intensiteit, azimuth, altitude, golden hour). Embedded OSM-kaart via iframe.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28600" y="3355848"/>
            <a:ext cx="5532120" cy="658368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22" name="Shape 20"/>
          <p:cNvSpPr/>
          <p:nvPr/>
        </p:nvSpPr>
        <p:spPr>
          <a:xfrm>
            <a:off x="228600" y="3355848"/>
            <a:ext cx="45720" cy="658368"/>
          </a:xfrm>
          <a:prstGeom prst="rect">
            <a:avLst/>
          </a:prstGeom>
          <a:solidFill>
            <a:srgbClr val="F5AC32"/>
          </a:solidFill>
          <a:ln w="12700">
            <a:solidFill>
              <a:srgbClr val="F5AC32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23" name="Text 21"/>
          <p:cNvSpPr/>
          <p:nvPr/>
        </p:nvSpPr>
        <p:spPr>
          <a:xfrm>
            <a:off x="347472" y="341071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RestaurantDetailPage  ·  /restaurants/:id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663440" y="341071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B8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lns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47472" y="368503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Contactinfo, cuisine, openingsuren, gekoppelde evenementen via locationRef.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28600" y="4123944"/>
            <a:ext cx="5532120" cy="658368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27" name="Shape 25"/>
          <p:cNvSpPr/>
          <p:nvPr/>
        </p:nvSpPr>
        <p:spPr>
          <a:xfrm>
            <a:off x="228600" y="4123944"/>
            <a:ext cx="45720" cy="658368"/>
          </a:xfrm>
          <a:prstGeom prst="rect">
            <a:avLst/>
          </a:prstGeom>
          <a:solidFill>
            <a:srgbClr val="F5AC32"/>
          </a:solidFill>
          <a:ln w="12700">
            <a:solidFill>
              <a:srgbClr val="F5AC32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28" name="Text 26"/>
          <p:cNvSpPr/>
          <p:nvPr/>
        </p:nvSpPr>
        <p:spPr>
          <a:xfrm>
            <a:off x="347472" y="4178808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EventDetailPage  ·  /events/:id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663440" y="417880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B8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 lns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47472" y="445312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Datum, locatieomschrijving, venue-link naar terras of restaurant.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989320" y="10515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SearchPage Highlights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989320" y="1371600"/>
            <a:ext cx="2926080" cy="3291840"/>
          </a:xfrm>
          <a:prstGeom prst="rect">
            <a:avLst/>
          </a:prstGeom>
          <a:noFill/>
          <a:ln/>
        </p:spPr>
        <p:txBody>
          <a:bodyPr wrap="square" lIns="0" tIns="1270" rIns="127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tabs: terrassen / restaurants / events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Paginering: 20 items per pagina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IntensityBar: visuele kleurcodering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UUID-extractie uit Hydra @id veld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FilterContext: sunnyOnly + minIntensity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 spinners + error states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Lege-resultaat feedback per tab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5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3" name="Text 1"/>
          <p:cNvSpPr/>
          <p:nvPr/>
        </p:nvSpPr>
        <p:spPr>
          <a:xfrm>
            <a:off x="164592" y="4892040"/>
            <a:ext cx="88148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B8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 Terras In Gent  ·  Milestone 2  ·  April 2026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228600" y="228600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Integratie &amp; Architectuur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228600" y="731520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A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Hoe frontend en backend samenwerken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1051560"/>
            <a:ext cx="1508760" cy="713232"/>
          </a:xfrm>
          <a:prstGeom prst="rect">
            <a:avLst/>
          </a:prstGeom>
          <a:solidFill>
            <a:srgbClr val="E5870A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7" name="Text 5"/>
          <p:cNvSpPr/>
          <p:nvPr/>
        </p:nvSpPr>
        <p:spPr>
          <a:xfrm>
            <a:off x="228600" y="1051560"/>
            <a:ext cx="1508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(React)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755648" y="1344168"/>
            <a:ext cx="164592" cy="118872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9" name="Shape 7"/>
          <p:cNvSpPr/>
          <p:nvPr/>
        </p:nvSpPr>
        <p:spPr>
          <a:xfrm>
            <a:off x="1938528" y="1051560"/>
            <a:ext cx="1298448" cy="713232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0" name="Text 8"/>
          <p:cNvSpPr/>
          <p:nvPr/>
        </p:nvSpPr>
        <p:spPr>
          <a:xfrm>
            <a:off x="1938528" y="1051560"/>
            <a:ext cx="12984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 Dev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Proxy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55264" y="1344168"/>
            <a:ext cx="164592" cy="118872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2" name="Shape 10"/>
          <p:cNvSpPr/>
          <p:nvPr/>
        </p:nvSpPr>
        <p:spPr>
          <a:xfrm>
            <a:off x="3401568" y="1051560"/>
            <a:ext cx="1298448" cy="713232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3" name="Text 11"/>
          <p:cNvSpPr/>
          <p:nvPr/>
        </p:nvSpPr>
        <p:spPr>
          <a:xfrm>
            <a:off x="3401568" y="1051560"/>
            <a:ext cx="12984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SSL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18304" y="1344168"/>
            <a:ext cx="164592" cy="118872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5" name="Shape 13"/>
          <p:cNvSpPr/>
          <p:nvPr/>
        </p:nvSpPr>
        <p:spPr>
          <a:xfrm>
            <a:off x="4864608" y="1051560"/>
            <a:ext cx="1645920" cy="713232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6" name="Text 14"/>
          <p:cNvSpPr/>
          <p:nvPr/>
        </p:nvSpPr>
        <p:spPr>
          <a:xfrm>
            <a:off x="4864608" y="1051560"/>
            <a:ext cx="1645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5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TypeScript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528816" y="1344168"/>
            <a:ext cx="164592" cy="118872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8" name="Shape 16"/>
          <p:cNvSpPr/>
          <p:nvPr/>
        </p:nvSpPr>
        <p:spPr>
          <a:xfrm>
            <a:off x="6693408" y="1051560"/>
            <a:ext cx="2194560" cy="713232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9" name="Text 17"/>
          <p:cNvSpPr/>
          <p:nvPr/>
        </p:nvSpPr>
        <p:spPr>
          <a:xfrm>
            <a:off x="6693408" y="1051560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(Oracle Cloud)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22960" y="1764792"/>
            <a:ext cx="9144" cy="640080"/>
          </a:xfrm>
          <a:prstGeom prst="rect">
            <a:avLst/>
          </a:prstGeom>
          <a:solidFill>
            <a:srgbClr val="9B8570"/>
          </a:solidFill>
          <a:ln w="12700">
            <a:solidFill>
              <a:srgbClr val="9B8570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21" name="Shape 19"/>
          <p:cNvSpPr/>
          <p:nvPr/>
        </p:nvSpPr>
        <p:spPr>
          <a:xfrm>
            <a:off x="228600" y="2423160"/>
            <a:ext cx="1828800" cy="475488"/>
          </a:xfrm>
          <a:prstGeom prst="rect">
            <a:avLst/>
          </a:prstGeom>
          <a:solidFill>
            <a:srgbClr val="2A1F0E"/>
          </a:solidFill>
          <a:ln w="12700">
            <a:solidFill>
              <a:srgbClr val="2A1F0E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22" name="Text 20"/>
          <p:cNvSpPr/>
          <p:nvPr/>
        </p:nvSpPr>
        <p:spPr>
          <a:xfrm>
            <a:off x="228600" y="242316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5AC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Socket.io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5AC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(directe verbinding)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228600" y="2487168"/>
            <a:ext cx="8686800" cy="420624"/>
          </a:xfrm>
          <a:prstGeom prst="rect">
            <a:avLst/>
          </a:prstGeom>
          <a:solidFill>
            <a:srgbClr val="F5EEE2"/>
          </a:solidFill>
          <a:ln w="6350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24" name="Text 22"/>
          <p:cNvSpPr/>
          <p:nvPr/>
        </p:nvSpPr>
        <p:spPr>
          <a:xfrm>
            <a:off x="320040" y="254203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58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 proxy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664208" y="2542032"/>
            <a:ext cx="7150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/api/* → https://api.sun-seeker.be (dev). Productie: dist/ geserveerd, rechtstreeks naar NGINX.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28600" y="2980944"/>
            <a:ext cx="8686800" cy="420624"/>
          </a:xfrm>
          <a:prstGeom prst="rect">
            <a:avLst/>
          </a:prstGeom>
          <a:solidFill>
            <a:srgbClr val="FAF5EC"/>
          </a:solidFill>
          <a:ln w="6350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27" name="Text 25"/>
          <p:cNvSpPr/>
          <p:nvPr/>
        </p:nvSpPr>
        <p:spPr>
          <a:xfrm>
            <a:off x="320040" y="3035808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58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664208" y="3035808"/>
            <a:ext cx="7150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CORS + socket.io cors beide geconfigureerd voor localhost:5173 + deployed origin.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28600" y="3474720"/>
            <a:ext cx="8686800" cy="420624"/>
          </a:xfrm>
          <a:prstGeom prst="rect">
            <a:avLst/>
          </a:prstGeom>
          <a:solidFill>
            <a:srgbClr val="F5EEE2"/>
          </a:solidFill>
          <a:ln w="6350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30" name="Text 28"/>
          <p:cNvSpPr/>
          <p:nvPr/>
        </p:nvSpPr>
        <p:spPr>
          <a:xfrm>
            <a:off x="320040" y="352958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58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header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664208" y="3529584"/>
            <a:ext cx="7150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axios baseURL '/api'. Accept: application/ld+json voor JSON-LD responses van de backend.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228600" y="3968496"/>
            <a:ext cx="8686800" cy="420624"/>
          </a:xfrm>
          <a:prstGeom prst="rect">
            <a:avLst/>
          </a:prstGeom>
          <a:solidFill>
            <a:srgbClr val="FAF5EC"/>
          </a:solidFill>
          <a:ln w="6350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33" name="Text 31"/>
          <p:cNvSpPr/>
          <p:nvPr/>
        </p:nvSpPr>
        <p:spPr>
          <a:xfrm>
            <a:off x="320040" y="402336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58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Socket.io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664208" y="4023360"/>
            <a:ext cx="7150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Rechtstreekse verbinding via https://api.sun-seeker.be — bypasses Vite proxy opzettelijk.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228600" y="4462272"/>
            <a:ext cx="8686800" cy="420624"/>
          </a:xfrm>
          <a:prstGeom prst="rect">
            <a:avLst/>
          </a:prstGeom>
          <a:solidFill>
            <a:srgbClr val="F5EEE2"/>
          </a:solidFill>
          <a:ln w="6350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36" name="Text 34"/>
          <p:cNvSpPr/>
          <p:nvPr/>
        </p:nvSpPr>
        <p:spPr>
          <a:xfrm>
            <a:off x="320040" y="451713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58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664208" y="4517136"/>
            <a:ext cx="7150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Frontend: npm run build → dist/ via serve --single. Backend: Oracle Cloud Ubuntu 24.04, systemd.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5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3" name="Text 1"/>
          <p:cNvSpPr/>
          <p:nvPr/>
        </p:nvSpPr>
        <p:spPr>
          <a:xfrm>
            <a:off x="164592" y="4892040"/>
            <a:ext cx="88148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B8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 Terras In Gent  ·  Milestone 2  ·  April 2026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228600" y="228600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Uitdagingen &amp; Oplossingen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228600" y="731520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A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Technische problemen die we tegenkwamen en hoe we ze oplosten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1042416"/>
            <a:ext cx="8686800" cy="804672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7" name="Shape 5"/>
          <p:cNvSpPr/>
          <p:nvPr/>
        </p:nvSpPr>
        <p:spPr>
          <a:xfrm>
            <a:off x="228600" y="1042416"/>
            <a:ext cx="45720" cy="804672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8" name="Shape 6"/>
          <p:cNvSpPr/>
          <p:nvPr/>
        </p:nvSpPr>
        <p:spPr>
          <a:xfrm>
            <a:off x="384048" y="1261872"/>
            <a:ext cx="347472" cy="347472"/>
          </a:xfrm>
          <a:prstGeom prst="ellipse">
            <a:avLst/>
          </a:prstGeom>
          <a:solidFill>
            <a:srgbClr val="F5AC32"/>
          </a:solidFill>
          <a:ln w="12700">
            <a:solidFill>
              <a:srgbClr val="F5AC32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9" name="Text 7"/>
          <p:cNvSpPr/>
          <p:nvPr/>
        </p:nvSpPr>
        <p:spPr>
          <a:xfrm>
            <a:off x="384048" y="12618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1097280"/>
            <a:ext cx="7909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Stagnant intensity — zonscores werden niet bijgewerkt  (PR #111)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68680" y="1362456"/>
            <a:ext cx="7909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Probleem: Gecachede SunData werd altijd teruggegeven, ook als de TTL verlopen was. Intensiteiten stonden stil.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68680" y="1591056"/>
            <a:ext cx="7909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Oplossing: Cache-logica herschreven: TTL gerespecteerd + on-the-fly herberekening bij verlopen cache. Sun cache 15 min → 1 uur.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28600" y="1984248"/>
            <a:ext cx="8686800" cy="804672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4" name="Shape 12"/>
          <p:cNvSpPr/>
          <p:nvPr/>
        </p:nvSpPr>
        <p:spPr>
          <a:xfrm>
            <a:off x="228600" y="1984248"/>
            <a:ext cx="45720" cy="804672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5" name="Shape 13"/>
          <p:cNvSpPr/>
          <p:nvPr/>
        </p:nvSpPr>
        <p:spPr>
          <a:xfrm>
            <a:off x="384048" y="2203704"/>
            <a:ext cx="347472" cy="347472"/>
          </a:xfrm>
          <a:prstGeom prst="ellipse">
            <a:avLst/>
          </a:prstGeom>
          <a:solidFill>
            <a:srgbClr val="F5AC32"/>
          </a:solidFill>
          <a:ln w="12700">
            <a:solidFill>
              <a:srgbClr val="F5AC32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6" name="Text 14"/>
          <p:cNvSpPr/>
          <p:nvPr/>
        </p:nvSpPr>
        <p:spPr>
          <a:xfrm>
            <a:off x="384048" y="22037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68680" y="2039112"/>
            <a:ext cx="7909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RDF/triplestore inconsistentie  (PR #112)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68680" y="2304288"/>
            <a:ext cx="7909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Probleem: MongoDB en triplestore raakten uit sync bij updates. IRI-formaat niet consistent; pluralized IRIs fout.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68680" y="2532888"/>
            <a:ext cx="7909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Oplossing: Mongoose post-save hooks gecentraliseerd. IRI-patroon gestandaardiseerd via rdfExporter.ts. Semantic tests toegevoegd.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28600" y="2926080"/>
            <a:ext cx="8686800" cy="804672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21" name="Shape 19"/>
          <p:cNvSpPr/>
          <p:nvPr/>
        </p:nvSpPr>
        <p:spPr>
          <a:xfrm>
            <a:off x="228600" y="2926080"/>
            <a:ext cx="45720" cy="804672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22" name="Shape 20"/>
          <p:cNvSpPr/>
          <p:nvPr/>
        </p:nvSpPr>
        <p:spPr>
          <a:xfrm>
            <a:off x="384048" y="3145536"/>
            <a:ext cx="347472" cy="347472"/>
          </a:xfrm>
          <a:prstGeom prst="ellipse">
            <a:avLst/>
          </a:prstGeom>
          <a:solidFill>
            <a:srgbClr val="F5AC32"/>
          </a:solidFill>
          <a:ln w="12700">
            <a:solidFill>
              <a:srgbClr val="F5AC32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23" name="Text 21"/>
          <p:cNvSpPr/>
          <p:nvPr/>
        </p:nvSpPr>
        <p:spPr>
          <a:xfrm>
            <a:off x="384048" y="31455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68680" y="2980944"/>
            <a:ext cx="7909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 &amp; socket.io typing conflicten  (commits 13 april)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68680" y="3246120"/>
            <a:ext cx="7909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Probleem: Express CORS en socket.io cors-opties conflicteerden. TypeScript typingfouten bij socket events.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68680" y="3474720"/>
            <a:ext cx="7909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Oplossing: CORS-middleware expliciet geconfigureerd voor REST én socket.io apart. @types/socket.io correct geïmporteerd.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28600" y="3867912"/>
            <a:ext cx="8686800" cy="804672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28" name="Shape 26"/>
          <p:cNvSpPr/>
          <p:nvPr/>
        </p:nvSpPr>
        <p:spPr>
          <a:xfrm>
            <a:off x="228600" y="3867912"/>
            <a:ext cx="45720" cy="804672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29" name="Shape 27"/>
          <p:cNvSpPr/>
          <p:nvPr/>
        </p:nvSpPr>
        <p:spPr>
          <a:xfrm>
            <a:off x="384048" y="4087368"/>
            <a:ext cx="347472" cy="347472"/>
          </a:xfrm>
          <a:prstGeom prst="ellipse">
            <a:avLst/>
          </a:prstGeom>
          <a:solidFill>
            <a:srgbClr val="F5AC32"/>
          </a:solidFill>
          <a:ln w="12700">
            <a:solidFill>
              <a:srgbClr val="F5AC32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30" name="Text 28"/>
          <p:cNvSpPr/>
          <p:nvPr/>
        </p:nvSpPr>
        <p:spPr>
          <a:xfrm>
            <a:off x="384048" y="40873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68680" y="3922776"/>
            <a:ext cx="7909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UUID-migratie midden in het project  (PR #114)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68680" y="4187952"/>
            <a:ext cx="7909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Probleem: Overstap van MongoDB _id naar uuid vereiste refactoring van routes, tests, HATEOAS-links en RDF-exporter.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868680" y="4416552"/>
            <a:ext cx="7909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Oplossing: Systematisch alle referenties geüpdated. uuid v4 als verplicht schema-veld. Tests aangepast aan nieuwe identifier.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5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3" name="Text 1"/>
          <p:cNvSpPr/>
          <p:nvPr/>
        </p:nvSpPr>
        <p:spPr>
          <a:xfrm>
            <a:off x="164592" y="4892040"/>
            <a:ext cx="88148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B8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 Terras In Gent  ·  Milestone 2  ·  April 2026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228600" y="228600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Nu Mogelijk Is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228600" y="731520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A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Demonstreerbaar vandaag via api.sun-seeker.be + React frontend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1042416"/>
            <a:ext cx="4206240" cy="1115568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7" name="Shape 5"/>
          <p:cNvSpPr/>
          <p:nvPr/>
        </p:nvSpPr>
        <p:spPr>
          <a:xfrm>
            <a:off x="228600" y="1042416"/>
            <a:ext cx="45720" cy="1115568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8" name="Text 6"/>
          <p:cNvSpPr/>
          <p:nvPr/>
        </p:nvSpPr>
        <p:spPr>
          <a:xfrm>
            <a:off x="393192" y="1133856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Zonnige terrassen in real-time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93192" y="1463040"/>
            <a:ext cx="3913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Gebruiker opent app → ziet direct welke Gentse terrassen op dit moment het zonnigst zijn, met intensiteitsscores.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663440" y="1042416"/>
            <a:ext cx="4206240" cy="1115568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1" name="Shape 9"/>
          <p:cNvSpPr/>
          <p:nvPr/>
        </p:nvSpPr>
        <p:spPr>
          <a:xfrm>
            <a:off x="4663440" y="1042416"/>
            <a:ext cx="45720" cy="1115568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2" name="Text 10"/>
          <p:cNvSpPr/>
          <p:nvPr/>
        </p:nvSpPr>
        <p:spPr>
          <a:xfrm>
            <a:off x="4828032" y="1133856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Tijdreizen met de zon-slider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828032" y="1463040"/>
            <a:ext cx="3913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Slider naar morgen 14:00 → app toont welke terrassen dan zonnig zijn op basis van zonpositie + bewolking.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28600" y="2286000"/>
            <a:ext cx="4206240" cy="1115568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5" name="Shape 13"/>
          <p:cNvSpPr/>
          <p:nvPr/>
        </p:nvSpPr>
        <p:spPr>
          <a:xfrm>
            <a:off x="228600" y="2286000"/>
            <a:ext cx="45720" cy="1115568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6" name="Text 14"/>
          <p:cNvSpPr/>
          <p:nvPr/>
        </p:nvSpPr>
        <p:spPr>
          <a:xfrm>
            <a:off x="393192" y="2377440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Zoeken op naam, type en intensiteit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93192" y="2706624"/>
            <a:ext cx="3913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SearchPage: filter terrassen op minimale intensiteit, zoek restaurants op naam, evenementen op datum.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286000"/>
            <a:ext cx="4206240" cy="1115568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9" name="Shape 17"/>
          <p:cNvSpPr/>
          <p:nvPr/>
        </p:nvSpPr>
        <p:spPr>
          <a:xfrm>
            <a:off x="4663440" y="2286000"/>
            <a:ext cx="45720" cy="1115568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20" name="Text 18"/>
          <p:cNvSpPr/>
          <p:nvPr/>
        </p:nvSpPr>
        <p:spPr>
          <a:xfrm>
            <a:off x="4828032" y="2377440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Detailpagina's met zon &amp; kaart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828032" y="2706624"/>
            <a:ext cx="3913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Terrasdetail toont azimuth, altitude, golden hour tijden + embedded OpenStreetMap van de exacte locatie.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28600" y="3529584"/>
            <a:ext cx="4206240" cy="1115568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23" name="Shape 21"/>
          <p:cNvSpPr/>
          <p:nvPr/>
        </p:nvSpPr>
        <p:spPr>
          <a:xfrm>
            <a:off x="228600" y="3529584"/>
            <a:ext cx="45720" cy="1115568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24" name="Text 22"/>
          <p:cNvSpPr/>
          <p:nvPr/>
        </p:nvSpPr>
        <p:spPr>
          <a:xfrm>
            <a:off x="393192" y="3621024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weerdata in de sidebar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393192" y="3950208"/>
            <a:ext cx="3913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Temperatuur, bewolking en wind van Gent worden elk uur bijgewerkt vanuit Open-Meteo via cron job.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663440" y="3529584"/>
            <a:ext cx="4206240" cy="1115568"/>
          </a:xfrm>
          <a:prstGeom prst="rect">
            <a:avLst/>
          </a:prstGeom>
          <a:solidFill>
            <a:srgbClr val="F5EEE2"/>
          </a:solidFill>
          <a:ln w="9525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27" name="Shape 25"/>
          <p:cNvSpPr/>
          <p:nvPr/>
        </p:nvSpPr>
        <p:spPr>
          <a:xfrm>
            <a:off x="4663440" y="3529584"/>
            <a:ext cx="45720" cy="1115568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28" name="Text 26"/>
          <p:cNvSpPr/>
          <p:nvPr/>
        </p:nvSpPr>
        <p:spPr>
          <a:xfrm>
            <a:off x="4828032" y="3621024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Semantische data &amp; Linked Data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828032" y="3950208"/>
            <a:ext cx="3913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retourneert JSON-LD op aanvraag. Volledige RDF dump exporteerbaar via npm run export-rdf.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5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3" name="Text 1"/>
          <p:cNvSpPr/>
          <p:nvPr/>
        </p:nvSpPr>
        <p:spPr>
          <a:xfrm>
            <a:off x="164592" y="4892040"/>
            <a:ext cx="88148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B8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 Terras In Gent  ·  Milestone 2  ·  April 2026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228600" y="228600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Learned &amp; Volgende Stappen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28600" y="1024128"/>
            <a:ext cx="4023360" cy="292608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6" name="Text 4"/>
          <p:cNvSpPr/>
          <p:nvPr/>
        </p:nvSpPr>
        <p:spPr>
          <a:xfrm>
            <a:off x="228600" y="1024128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LEARNED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28600" y="1371600"/>
            <a:ext cx="4023360" cy="3337560"/>
          </a:xfrm>
          <a:prstGeom prst="rect">
            <a:avLst/>
          </a:prstGeom>
          <a:noFill/>
          <a:ln/>
        </p:spPr>
        <p:txBody>
          <a:bodyPr wrap="square" lIns="0" tIns="1270" rIns="127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vroeger starten — model tests in M1 hadden bugs vroeger onthuld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Cache-logica complexer dan verwacht: TTL + on-the-fly + guardrails vereisen zorgvuldig ontwerp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UUID-migratie halverwege kost extra refactoring; beter van bij het begin plannen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Socket.io en REST CORS moeten apart geconfigureerd worden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RDF en MongoDB via hooks synchroniseren; ad-hoc aanpassingen leiden tot inconsistentie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TanStack Query + Socket.io is een krachtig real-time datalaag voor React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663440" y="1024128"/>
            <a:ext cx="4251960" cy="292608"/>
          </a:xfrm>
          <a:prstGeom prst="rect">
            <a:avLst/>
          </a:prstGeom>
          <a:solidFill>
            <a:srgbClr val="2A1F0E"/>
          </a:solidFill>
          <a:ln w="12700">
            <a:solidFill>
              <a:srgbClr val="2A1F0E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9" name="Text 7"/>
          <p:cNvSpPr/>
          <p:nvPr/>
        </p:nvSpPr>
        <p:spPr>
          <a:xfrm>
            <a:off x="4663440" y="102412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VOLGENDE STAPPEN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663440" y="1371600"/>
            <a:ext cx="566928" cy="347472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1" name="Text 9"/>
          <p:cNvSpPr/>
          <p:nvPr/>
        </p:nvSpPr>
        <p:spPr>
          <a:xfrm>
            <a:off x="4663440" y="1371600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HOOG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5303520" y="1408176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schaduwberekening (Three.js / leaflet-shadow-simulator)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63440" y="1828800"/>
            <a:ext cx="566928" cy="347472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4" name="Text 12"/>
          <p:cNvSpPr/>
          <p:nvPr/>
        </p:nvSpPr>
        <p:spPr>
          <a:xfrm>
            <a:off x="4663440" y="1828800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HOOG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5303520" y="1865376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kaart met markers en heatmap in MapPage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663440" y="2286000"/>
            <a:ext cx="566928" cy="347472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7" name="Text 15"/>
          <p:cNvSpPr/>
          <p:nvPr/>
        </p:nvSpPr>
        <p:spPr>
          <a:xfrm>
            <a:off x="4663440" y="2286000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HOOG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303520" y="2322576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CDN: R2 – </a:t>
            </a:r>
            <a:r>
              <a:rPr lang="en-US" sz="950" dirty="0" err="1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Initialisatie</a:t>
            </a:r>
            <a:r>
              <a:rPr lang="en-US" sz="95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663440" y="2743200"/>
            <a:ext cx="566928" cy="347472"/>
          </a:xfrm>
          <a:prstGeom prst="rect">
            <a:avLst/>
          </a:prstGeom>
          <a:solidFill>
            <a:srgbClr val="9B8570"/>
          </a:solidFill>
          <a:ln w="12700">
            <a:solidFill>
              <a:srgbClr val="9B8570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20" name="Text 18"/>
          <p:cNvSpPr/>
          <p:nvPr/>
        </p:nvSpPr>
        <p:spPr>
          <a:xfrm>
            <a:off x="4663440" y="2743200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5303520" y="2779776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OpenAPI/Swagger documentatie voor alle endpoints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663440" y="3200400"/>
            <a:ext cx="566928" cy="347472"/>
          </a:xfrm>
          <a:prstGeom prst="rect">
            <a:avLst/>
          </a:prstGeom>
          <a:solidFill>
            <a:srgbClr val="9B8570"/>
          </a:solidFill>
          <a:ln w="12700">
            <a:solidFill>
              <a:srgbClr val="9B8570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23" name="Text 21"/>
          <p:cNvSpPr/>
          <p:nvPr/>
        </p:nvSpPr>
        <p:spPr>
          <a:xfrm>
            <a:off x="4663440" y="3200400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303520" y="3236976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logging + /health endpoint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663440" y="3657600"/>
            <a:ext cx="566928" cy="347472"/>
          </a:xfrm>
          <a:prstGeom prst="rect">
            <a:avLst/>
          </a:prstGeom>
          <a:solidFill>
            <a:srgbClr val="9B8570"/>
          </a:solidFill>
          <a:ln w="12700">
            <a:solidFill>
              <a:srgbClr val="9B8570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26" name="Text 24"/>
          <p:cNvSpPr/>
          <p:nvPr/>
        </p:nvSpPr>
        <p:spPr>
          <a:xfrm>
            <a:off x="4663440" y="3657600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5303520" y="3694176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backups via mongodump (Oracle Cloud)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663440" y="4114800"/>
            <a:ext cx="566928" cy="347472"/>
          </a:xfrm>
          <a:prstGeom prst="rect">
            <a:avLst/>
          </a:prstGeom>
          <a:solidFill>
            <a:srgbClr val="EDE4D3"/>
          </a:solidFill>
          <a:ln w="12700">
            <a:solidFill>
              <a:srgbClr val="EDE4D3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29" name="Text 27"/>
          <p:cNvSpPr/>
          <p:nvPr/>
        </p:nvSpPr>
        <p:spPr>
          <a:xfrm>
            <a:off x="4663440" y="4114800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LAAG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5303520" y="4151376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3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Progressive rendering: markers incrementeel laden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2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0" y="-1828800"/>
            <a:ext cx="5486400" cy="5486400"/>
          </a:xfrm>
          <a:prstGeom prst="ellipse">
            <a:avLst/>
          </a:prstGeom>
          <a:solidFill>
            <a:srgbClr val="E5870A">
              <a:alpha val="9000"/>
            </a:srgbClr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4" name="Shape 2"/>
          <p:cNvSpPr/>
          <p:nvPr/>
        </p:nvSpPr>
        <p:spPr>
          <a:xfrm>
            <a:off x="9070848" y="0"/>
            <a:ext cx="73152" cy="5143500"/>
          </a:xfrm>
          <a:prstGeom prst="rect">
            <a:avLst/>
          </a:prstGeom>
          <a:solidFill>
            <a:srgbClr val="E5870A"/>
          </a:solidFill>
          <a:ln w="12700">
            <a:solidFill>
              <a:srgbClr val="E5870A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5" name="Text 3"/>
          <p:cNvSpPr/>
          <p:nvPr/>
        </p:nvSpPr>
        <p:spPr>
          <a:xfrm>
            <a:off x="274320" y="8229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Bedankt voor jullie aandacht!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274320" y="1664208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F5AC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Vragen?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274320" y="2487168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Wisdom Ononiba  &amp;  Yoanna Oosterlinck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74320" y="2834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B8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Universiteit Gent  ·  Webdevelopment  ·  Academiejaar 2025–2026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74320" y="318211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F5AC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github.ugent.be/wononiba/Zon-Terras-In-Gent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4005072"/>
            <a:ext cx="3977640" cy="749808"/>
          </a:xfrm>
          <a:prstGeom prst="rect">
            <a:avLst/>
          </a:prstGeom>
          <a:solidFill>
            <a:srgbClr val="2A1F0E"/>
          </a:solidFill>
          <a:ln w="9525">
            <a:solidFill>
              <a:srgbClr val="3A2A18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1" name="Text 9"/>
          <p:cNvSpPr/>
          <p:nvPr/>
        </p:nvSpPr>
        <p:spPr>
          <a:xfrm>
            <a:off x="457200" y="4005072"/>
            <a:ext cx="3794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C9A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volledig getest &amp; semantisch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C9A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229 test cases  ·  RDF/JSON-LD  ·  3D tiles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63440" y="4005072"/>
            <a:ext cx="3977640" cy="749808"/>
          </a:xfrm>
          <a:prstGeom prst="rect">
            <a:avLst/>
          </a:prstGeom>
          <a:solidFill>
            <a:srgbClr val="2A1F0E"/>
          </a:solidFill>
          <a:ln w="9525">
            <a:solidFill>
              <a:srgbClr val="3A2A18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3" name="Text 11"/>
          <p:cNvSpPr/>
          <p:nvPr/>
        </p:nvSpPr>
        <p:spPr>
          <a:xfrm>
            <a:off x="4754880" y="4005072"/>
            <a:ext cx="3794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C9A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volledig geïmplementeerd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C9A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pagina's  ·  React 19  ·  real-time socket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2118</Words>
  <Application>Microsoft Macintosh PowerPoint</Application>
  <PresentationFormat>On-screen Show (16:9)</PresentationFormat>
  <Paragraphs>327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Zon Terras In Gent – Milestone 2</dc:title>
  <dc:subject>PptxGenJS Presentation</dc:subject>
  <dc:creator>Wisdom Ononiba &amp; Yoanna Oosterlinck</dc:creator>
  <cp:lastModifiedBy>Wisdom Ononiba</cp:lastModifiedBy>
  <cp:revision>2</cp:revision>
  <dcterms:created xsi:type="dcterms:W3CDTF">2026-04-18T17:06:25Z</dcterms:created>
  <dcterms:modified xsi:type="dcterms:W3CDTF">2026-04-18T18:04:18Z</dcterms:modified>
</cp:coreProperties>
</file>